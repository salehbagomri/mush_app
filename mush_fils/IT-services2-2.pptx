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6"/>
  </p:notesMasterIdLst>
  <p:sldIdLst>
    <p:sldId id="256" r:id="rId2"/>
    <p:sldId id="257" r:id="rId3"/>
    <p:sldId id="259" r:id="rId4"/>
    <p:sldId id="258" r:id="rId5"/>
    <p:sldId id="260" r:id="rId6"/>
    <p:sldId id="261" r:id="rId7"/>
    <p:sldId id="334" r:id="rId8"/>
    <p:sldId id="361" r:id="rId9"/>
    <p:sldId id="335" r:id="rId10"/>
    <p:sldId id="267" r:id="rId11"/>
    <p:sldId id="273" r:id="rId12"/>
    <p:sldId id="276" r:id="rId13"/>
    <p:sldId id="279" r:id="rId14"/>
    <p:sldId id="362"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056" y="8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notesMaster" Target="notesMasters/notesMaster1.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8" name="Google Shape;8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89f1087ede_0_2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6" name="Google Shape;976;g89f1087ede_0_2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89f325e8c8_0_17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6" name="Google Shape;1026;g89f325e8c8_0_17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89f1087ede_0_2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89f1087ede_0_2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89f325e8c8_0_18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9" name="Google Shape;1059;g89f325e8c8_0_18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89f325e8c8_0_18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7" name="Google Shape;1067;g89f325e8c8_0_18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89f325e8c8_0_18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9" name="Google Shape;1059;g89f325e8c8_0_18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89f325e8c8_0_18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9" name="Google Shape;1059;g89f325e8c8_0_18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89f325e8c8_0_18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9" name="Google Shape;1059;g89f325e8c8_0_18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g89f325e8c8_0_2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9" name="Google Shape;1259;g89f325e8c8_0_2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0"/>
        <p:cNvGrpSpPr/>
        <p:nvPr/>
      </p:nvGrpSpPr>
      <p:grpSpPr>
        <a:xfrm>
          <a:off x="0" y="0"/>
          <a:ext cx="0" cy="0"/>
          <a:chOff x="0" y="0"/>
          <a:chExt cx="0" cy="0"/>
        </a:xfrm>
      </p:grpSpPr>
      <p:sp>
        <p:nvSpPr>
          <p:cNvPr id="3561" name="Google Shape;3561;g89f325e8c8_0_2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2" name="Google Shape;3562;g89f325e8c8_0_2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1"/>
        <p:cNvGrpSpPr/>
        <p:nvPr/>
      </p:nvGrpSpPr>
      <p:grpSpPr>
        <a:xfrm>
          <a:off x="0" y="0"/>
          <a:ext cx="0" cy="0"/>
          <a:chOff x="0" y="0"/>
          <a:chExt cx="0" cy="0"/>
        </a:xfrm>
      </p:grpSpPr>
      <p:sp>
        <p:nvSpPr>
          <p:cNvPr id="3652" name="Google Shape;3652;g9107ef4719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3" name="Google Shape;3653;g9107ef4719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5"/>
        <p:cNvGrpSpPr/>
        <p:nvPr/>
      </p:nvGrpSpPr>
      <p:grpSpPr>
        <a:xfrm>
          <a:off x="0" y="0"/>
          <a:ext cx="0" cy="0"/>
          <a:chOff x="0" y="0"/>
          <a:chExt cx="0" cy="0"/>
        </a:xfrm>
      </p:grpSpPr>
      <p:sp>
        <p:nvSpPr>
          <p:cNvPr id="3726" name="Google Shape;3726;g89f325e8c8_0_4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7" name="Google Shape;3727;g89f325e8c8_0_4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5"/>
        <p:cNvGrpSpPr/>
        <p:nvPr/>
      </p:nvGrpSpPr>
      <p:grpSpPr>
        <a:xfrm>
          <a:off x="0" y="0"/>
          <a:ext cx="0" cy="0"/>
          <a:chOff x="0" y="0"/>
          <a:chExt cx="0" cy="0"/>
        </a:xfrm>
      </p:grpSpPr>
      <p:sp>
        <p:nvSpPr>
          <p:cNvPr id="3726" name="Google Shape;3726;g89f325e8c8_0_4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7" name="Google Shape;3727;g89f325e8c8_0_4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bit.ly/2TyoMsr" TargetMode="External" /><Relationship Id="rId2" Type="http://schemas.openxmlformats.org/officeDocument/2006/relationships/hyperlink" Target="http://bit.ly/2Tynxth" TargetMode="External" /><Relationship Id="rId1" Type="http://schemas.openxmlformats.org/officeDocument/2006/relationships/slideMaster" Target="../slideMasters/slideMaster1.xml" /><Relationship Id="rId4" Type="http://schemas.openxmlformats.org/officeDocument/2006/relationships/hyperlink" Target="http://bit.ly/2TtBDfr" TargetMode="Externa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986667" y="3871509"/>
            <a:ext cx="1717686" cy="1718100"/>
            <a:chOff x="1347125" y="349025"/>
            <a:chExt cx="4978800" cy="4980000"/>
          </a:xfrm>
        </p:grpSpPr>
        <p:sp>
          <p:nvSpPr>
            <p:cNvPr id="10" name="Google Shape;10;p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32;p2"/>
          <p:cNvSpPr txBox="1">
            <a:spLocks noGrp="1"/>
          </p:cNvSpPr>
          <p:nvPr>
            <p:ph type="ctrTitle"/>
          </p:nvPr>
        </p:nvSpPr>
        <p:spPr>
          <a:xfrm>
            <a:off x="4802150" y="2191025"/>
            <a:ext cx="3670200" cy="7038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5000" b="1">
                <a:solidFill>
                  <a:schemeClr val="accent5"/>
                </a:solidFill>
                <a:latin typeface="Roboto"/>
                <a:ea typeface="Roboto"/>
                <a:cs typeface="Roboto"/>
                <a:sym typeface="Roboto"/>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33" name="Google Shape;33;p2"/>
          <p:cNvSpPr txBox="1">
            <a:spLocks noGrp="1"/>
          </p:cNvSpPr>
          <p:nvPr>
            <p:ph type="subTitle" idx="1"/>
          </p:nvPr>
        </p:nvSpPr>
        <p:spPr>
          <a:xfrm>
            <a:off x="4802150" y="2894825"/>
            <a:ext cx="3670200" cy="46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atin typeface="Muli"/>
                <a:ea typeface="Muli"/>
                <a:cs typeface="Muli"/>
                <a:sym typeface="Muli"/>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34" name="Google Shape;34;p2"/>
          <p:cNvSpPr/>
          <p:nvPr/>
        </p:nvSpPr>
        <p:spPr>
          <a:xfrm rot="2539751">
            <a:off x="7373540" y="-3610679"/>
            <a:ext cx="3172176" cy="4788852"/>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9266724">
            <a:off x="7693752" y="915166"/>
            <a:ext cx="251060" cy="25106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1"/>
        </a:solidFill>
        <a:effectLst/>
      </p:bgPr>
    </p:bg>
    <p:spTree>
      <p:nvGrpSpPr>
        <p:cNvPr id="1" name="Shape 36"/>
        <p:cNvGrpSpPr/>
        <p:nvPr/>
      </p:nvGrpSpPr>
      <p:grpSpPr>
        <a:xfrm>
          <a:off x="0" y="0"/>
          <a:ext cx="0" cy="0"/>
          <a:chOff x="0" y="0"/>
          <a:chExt cx="0" cy="0"/>
        </a:xfrm>
      </p:grpSpPr>
      <p:sp>
        <p:nvSpPr>
          <p:cNvPr id="37" name="Google Shape;37;p3"/>
          <p:cNvSpPr/>
          <p:nvPr/>
        </p:nvSpPr>
        <p:spPr>
          <a:xfrm>
            <a:off x="-1441968" y="632603"/>
            <a:ext cx="3764100" cy="3764100"/>
          </a:xfrm>
          <a:prstGeom prst="donut">
            <a:avLst>
              <a:gd name="adj" fmla="val 17842"/>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38;p3"/>
          <p:cNvGrpSpPr/>
          <p:nvPr/>
        </p:nvGrpSpPr>
        <p:grpSpPr>
          <a:xfrm>
            <a:off x="1335868" y="686194"/>
            <a:ext cx="650729" cy="650886"/>
            <a:chOff x="1347125" y="349025"/>
            <a:chExt cx="4978800" cy="4980000"/>
          </a:xfrm>
        </p:grpSpPr>
        <p:sp>
          <p:nvSpPr>
            <p:cNvPr id="39" name="Google Shape;39;p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Google Shape;61;p3"/>
          <p:cNvSpPr/>
          <p:nvPr/>
        </p:nvSpPr>
        <p:spPr>
          <a:xfrm>
            <a:off x="246147" y="3433400"/>
            <a:ext cx="501000" cy="501000"/>
          </a:xfrm>
          <a:prstGeom prst="ellipse">
            <a:avLst/>
          </a:pr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txBox="1">
            <a:spLocks noGrp="1"/>
          </p:cNvSpPr>
          <p:nvPr>
            <p:ph type="title"/>
          </p:nvPr>
        </p:nvSpPr>
        <p:spPr>
          <a:xfrm>
            <a:off x="2489650" y="2091038"/>
            <a:ext cx="5679300" cy="961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4000">
                <a:solidFill>
                  <a:schemeClr val="lt2"/>
                </a:solidFill>
              </a:defRPr>
            </a:lvl1pPr>
            <a:lvl2pPr lvl="1" rtl="0">
              <a:spcBef>
                <a:spcPts val="0"/>
              </a:spcBef>
              <a:spcAft>
                <a:spcPts val="0"/>
              </a:spcAft>
              <a:buClr>
                <a:srgbClr val="F0F7ED"/>
              </a:buClr>
              <a:buSzPts val="3600"/>
              <a:buNone/>
              <a:defRPr sz="3600">
                <a:solidFill>
                  <a:srgbClr val="F0F7ED"/>
                </a:solidFill>
              </a:defRPr>
            </a:lvl2pPr>
            <a:lvl3pPr lvl="2" rtl="0">
              <a:spcBef>
                <a:spcPts val="0"/>
              </a:spcBef>
              <a:spcAft>
                <a:spcPts val="0"/>
              </a:spcAft>
              <a:buClr>
                <a:srgbClr val="F0F7ED"/>
              </a:buClr>
              <a:buSzPts val="3600"/>
              <a:buNone/>
              <a:defRPr sz="3600">
                <a:solidFill>
                  <a:srgbClr val="F0F7ED"/>
                </a:solidFill>
              </a:defRPr>
            </a:lvl3pPr>
            <a:lvl4pPr lvl="3" rtl="0">
              <a:spcBef>
                <a:spcPts val="0"/>
              </a:spcBef>
              <a:spcAft>
                <a:spcPts val="0"/>
              </a:spcAft>
              <a:buClr>
                <a:srgbClr val="F0F7ED"/>
              </a:buClr>
              <a:buSzPts val="3600"/>
              <a:buNone/>
              <a:defRPr sz="3600">
                <a:solidFill>
                  <a:srgbClr val="F0F7ED"/>
                </a:solidFill>
              </a:defRPr>
            </a:lvl4pPr>
            <a:lvl5pPr lvl="4" rtl="0">
              <a:spcBef>
                <a:spcPts val="0"/>
              </a:spcBef>
              <a:spcAft>
                <a:spcPts val="0"/>
              </a:spcAft>
              <a:buClr>
                <a:srgbClr val="F0F7ED"/>
              </a:buClr>
              <a:buSzPts val="3600"/>
              <a:buNone/>
              <a:defRPr sz="3600">
                <a:solidFill>
                  <a:srgbClr val="F0F7ED"/>
                </a:solidFill>
              </a:defRPr>
            </a:lvl5pPr>
            <a:lvl6pPr lvl="5" rtl="0">
              <a:spcBef>
                <a:spcPts val="0"/>
              </a:spcBef>
              <a:spcAft>
                <a:spcPts val="0"/>
              </a:spcAft>
              <a:buClr>
                <a:srgbClr val="F0F7ED"/>
              </a:buClr>
              <a:buSzPts val="3600"/>
              <a:buNone/>
              <a:defRPr sz="3600">
                <a:solidFill>
                  <a:srgbClr val="F0F7ED"/>
                </a:solidFill>
              </a:defRPr>
            </a:lvl6pPr>
            <a:lvl7pPr lvl="6" rtl="0">
              <a:spcBef>
                <a:spcPts val="0"/>
              </a:spcBef>
              <a:spcAft>
                <a:spcPts val="0"/>
              </a:spcAft>
              <a:buClr>
                <a:srgbClr val="F0F7ED"/>
              </a:buClr>
              <a:buSzPts val="3600"/>
              <a:buNone/>
              <a:defRPr sz="3600">
                <a:solidFill>
                  <a:srgbClr val="F0F7ED"/>
                </a:solidFill>
              </a:defRPr>
            </a:lvl7pPr>
            <a:lvl8pPr lvl="7" rtl="0">
              <a:spcBef>
                <a:spcPts val="0"/>
              </a:spcBef>
              <a:spcAft>
                <a:spcPts val="0"/>
              </a:spcAft>
              <a:buClr>
                <a:srgbClr val="F0F7ED"/>
              </a:buClr>
              <a:buSzPts val="3600"/>
              <a:buNone/>
              <a:defRPr sz="3600">
                <a:solidFill>
                  <a:srgbClr val="F0F7ED"/>
                </a:solidFill>
              </a:defRPr>
            </a:lvl8pPr>
            <a:lvl9pPr lvl="8" rtl="0">
              <a:spcBef>
                <a:spcPts val="0"/>
              </a:spcBef>
              <a:spcAft>
                <a:spcPts val="0"/>
              </a:spcAft>
              <a:buClr>
                <a:srgbClr val="F0F7ED"/>
              </a:buClr>
              <a:buSzPts val="3600"/>
              <a:buNone/>
              <a:defRPr sz="3600">
                <a:solidFill>
                  <a:srgbClr val="F0F7ED"/>
                </a:solidFill>
              </a:defRPr>
            </a:lvl9pPr>
          </a:lstStyle>
          <a:p>
            <a:endParaRPr/>
          </a:p>
        </p:txBody>
      </p:sp>
      <p:sp>
        <p:nvSpPr>
          <p:cNvPr id="63" name="Google Shape;63;p3"/>
          <p:cNvSpPr txBox="1">
            <a:spLocks noGrp="1"/>
          </p:cNvSpPr>
          <p:nvPr>
            <p:ph type="subTitle" idx="1"/>
          </p:nvPr>
        </p:nvSpPr>
        <p:spPr>
          <a:xfrm>
            <a:off x="2489650" y="3052463"/>
            <a:ext cx="56793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400">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4" name="Google Shape;64;p3"/>
          <p:cNvSpPr txBox="1">
            <a:spLocks noGrp="1"/>
          </p:cNvSpPr>
          <p:nvPr>
            <p:ph type="title" idx="2" hasCustomPrompt="1"/>
          </p:nvPr>
        </p:nvSpPr>
        <p:spPr>
          <a:xfrm>
            <a:off x="2489650" y="1298438"/>
            <a:ext cx="5679300" cy="792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4000">
                <a:solidFill>
                  <a:schemeClr val="accent2"/>
                </a:solidFill>
              </a:defRPr>
            </a:lvl1pPr>
            <a:lvl2pPr lvl="1" rtl="0">
              <a:spcBef>
                <a:spcPts val="0"/>
              </a:spcBef>
              <a:spcAft>
                <a:spcPts val="0"/>
              </a:spcAft>
              <a:buClr>
                <a:srgbClr val="FF7210"/>
              </a:buClr>
              <a:buSzPts val="4000"/>
              <a:buNone/>
              <a:defRPr sz="4000">
                <a:solidFill>
                  <a:srgbClr val="FF7210"/>
                </a:solidFill>
              </a:defRPr>
            </a:lvl2pPr>
            <a:lvl3pPr lvl="2" rtl="0">
              <a:spcBef>
                <a:spcPts val="0"/>
              </a:spcBef>
              <a:spcAft>
                <a:spcPts val="0"/>
              </a:spcAft>
              <a:buClr>
                <a:srgbClr val="FF7210"/>
              </a:buClr>
              <a:buSzPts val="4000"/>
              <a:buNone/>
              <a:defRPr sz="4000">
                <a:solidFill>
                  <a:srgbClr val="FF7210"/>
                </a:solidFill>
              </a:defRPr>
            </a:lvl3pPr>
            <a:lvl4pPr lvl="3" rtl="0">
              <a:spcBef>
                <a:spcPts val="0"/>
              </a:spcBef>
              <a:spcAft>
                <a:spcPts val="0"/>
              </a:spcAft>
              <a:buClr>
                <a:srgbClr val="FF7210"/>
              </a:buClr>
              <a:buSzPts val="4000"/>
              <a:buNone/>
              <a:defRPr sz="4000">
                <a:solidFill>
                  <a:srgbClr val="FF7210"/>
                </a:solidFill>
              </a:defRPr>
            </a:lvl4pPr>
            <a:lvl5pPr lvl="4" rtl="0">
              <a:spcBef>
                <a:spcPts val="0"/>
              </a:spcBef>
              <a:spcAft>
                <a:spcPts val="0"/>
              </a:spcAft>
              <a:buClr>
                <a:srgbClr val="FF7210"/>
              </a:buClr>
              <a:buSzPts val="4000"/>
              <a:buNone/>
              <a:defRPr sz="4000">
                <a:solidFill>
                  <a:srgbClr val="FF7210"/>
                </a:solidFill>
              </a:defRPr>
            </a:lvl5pPr>
            <a:lvl6pPr lvl="5" rtl="0">
              <a:spcBef>
                <a:spcPts val="0"/>
              </a:spcBef>
              <a:spcAft>
                <a:spcPts val="0"/>
              </a:spcAft>
              <a:buClr>
                <a:srgbClr val="FF7210"/>
              </a:buClr>
              <a:buSzPts val="4000"/>
              <a:buNone/>
              <a:defRPr sz="4000">
                <a:solidFill>
                  <a:srgbClr val="FF7210"/>
                </a:solidFill>
              </a:defRPr>
            </a:lvl6pPr>
            <a:lvl7pPr lvl="6" rtl="0">
              <a:spcBef>
                <a:spcPts val="0"/>
              </a:spcBef>
              <a:spcAft>
                <a:spcPts val="0"/>
              </a:spcAft>
              <a:buClr>
                <a:srgbClr val="FF7210"/>
              </a:buClr>
              <a:buSzPts val="4000"/>
              <a:buNone/>
              <a:defRPr sz="4000">
                <a:solidFill>
                  <a:srgbClr val="FF7210"/>
                </a:solidFill>
              </a:defRPr>
            </a:lvl7pPr>
            <a:lvl8pPr lvl="7" rtl="0">
              <a:spcBef>
                <a:spcPts val="0"/>
              </a:spcBef>
              <a:spcAft>
                <a:spcPts val="0"/>
              </a:spcAft>
              <a:buClr>
                <a:srgbClr val="FF7210"/>
              </a:buClr>
              <a:buSzPts val="4000"/>
              <a:buNone/>
              <a:defRPr sz="4000">
                <a:solidFill>
                  <a:srgbClr val="FF7210"/>
                </a:solidFill>
              </a:defRPr>
            </a:lvl8pPr>
            <a:lvl9pPr lvl="8" rtl="0">
              <a:spcBef>
                <a:spcPts val="0"/>
              </a:spcBef>
              <a:spcAft>
                <a:spcPts val="0"/>
              </a:spcAft>
              <a:buClr>
                <a:srgbClr val="FF7210"/>
              </a:buClr>
              <a:buSzPts val="4000"/>
              <a:buNone/>
              <a:defRPr sz="4000">
                <a:solidFill>
                  <a:srgbClr val="FF7210"/>
                </a:solidFill>
              </a:defRPr>
            </a:lvl9pPr>
          </a:lstStyle>
          <a:p>
            <a:r>
              <a:t>xx%</a:t>
            </a:r>
          </a:p>
        </p:txBody>
      </p:sp>
      <p:sp>
        <p:nvSpPr>
          <p:cNvPr id="65" name="Google Shape;65;p3"/>
          <p:cNvSpPr/>
          <p:nvPr/>
        </p:nvSpPr>
        <p:spPr>
          <a:xfrm rot="2539751">
            <a:off x="7373540" y="-3610679"/>
            <a:ext cx="3172176" cy="4788852"/>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rot="9266724">
            <a:off x="7693752" y="915166"/>
            <a:ext cx="251060" cy="25106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00899D"/>
        </a:solidFill>
        <a:effectLst/>
      </p:bgPr>
    </p:bg>
    <p:spTree>
      <p:nvGrpSpPr>
        <p:cNvPr id="1" name="Shape 67"/>
        <p:cNvGrpSpPr/>
        <p:nvPr/>
      </p:nvGrpSpPr>
      <p:grpSpPr>
        <a:xfrm>
          <a:off x="0" y="0"/>
          <a:ext cx="0" cy="0"/>
          <a:chOff x="0" y="0"/>
          <a:chExt cx="0" cy="0"/>
        </a:xfrm>
      </p:grpSpPr>
      <p:sp>
        <p:nvSpPr>
          <p:cNvPr id="68" name="Google Shape;68;p4"/>
          <p:cNvSpPr txBox="1">
            <a:spLocks noGrp="1"/>
          </p:cNvSpPr>
          <p:nvPr>
            <p:ph type="title"/>
          </p:nvPr>
        </p:nvSpPr>
        <p:spPr>
          <a:xfrm>
            <a:off x="311700" y="384048"/>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700"/>
              <a:buNone/>
              <a:defRPr>
                <a:solidFill>
                  <a:schemeClr val="lt2"/>
                </a:solidFill>
              </a:defRPr>
            </a:lvl1pPr>
            <a:lvl2pPr lvl="1">
              <a:spcBef>
                <a:spcPts val="0"/>
              </a:spcBef>
              <a:spcAft>
                <a:spcPts val="0"/>
              </a:spcAft>
              <a:buSzPts val="2700"/>
              <a:buNone/>
              <a:defRPr/>
            </a:lvl2pPr>
            <a:lvl3pPr lvl="2">
              <a:spcBef>
                <a:spcPts val="0"/>
              </a:spcBef>
              <a:spcAft>
                <a:spcPts val="0"/>
              </a:spcAft>
              <a:buSzPts val="2700"/>
              <a:buNone/>
              <a:defRPr/>
            </a:lvl3pPr>
            <a:lvl4pPr lvl="3">
              <a:spcBef>
                <a:spcPts val="0"/>
              </a:spcBef>
              <a:spcAft>
                <a:spcPts val="0"/>
              </a:spcAft>
              <a:buSzPts val="2700"/>
              <a:buNone/>
              <a:defRPr/>
            </a:lvl4pPr>
            <a:lvl5pPr lvl="4">
              <a:spcBef>
                <a:spcPts val="0"/>
              </a:spcBef>
              <a:spcAft>
                <a:spcPts val="0"/>
              </a:spcAft>
              <a:buSzPts val="2700"/>
              <a:buNone/>
              <a:defRPr/>
            </a:lvl5pPr>
            <a:lvl6pPr lvl="5">
              <a:spcBef>
                <a:spcPts val="0"/>
              </a:spcBef>
              <a:spcAft>
                <a:spcPts val="0"/>
              </a:spcAft>
              <a:buSzPts val="2700"/>
              <a:buNone/>
              <a:defRPr/>
            </a:lvl6pPr>
            <a:lvl7pPr lvl="6">
              <a:spcBef>
                <a:spcPts val="0"/>
              </a:spcBef>
              <a:spcAft>
                <a:spcPts val="0"/>
              </a:spcAft>
              <a:buSzPts val="2700"/>
              <a:buNone/>
              <a:defRPr/>
            </a:lvl7pPr>
            <a:lvl8pPr lvl="7">
              <a:spcBef>
                <a:spcPts val="0"/>
              </a:spcBef>
              <a:spcAft>
                <a:spcPts val="0"/>
              </a:spcAft>
              <a:buSzPts val="2700"/>
              <a:buNone/>
              <a:defRPr/>
            </a:lvl8pPr>
            <a:lvl9pPr lvl="8">
              <a:spcBef>
                <a:spcPts val="0"/>
              </a:spcBef>
              <a:spcAft>
                <a:spcPts val="0"/>
              </a:spcAft>
              <a:buSzPts val="2700"/>
              <a:buNone/>
              <a:defRPr/>
            </a:lvl9pPr>
          </a:lstStyle>
          <a:p>
            <a:endParaRPr/>
          </a:p>
        </p:txBody>
      </p:sp>
      <p:sp>
        <p:nvSpPr>
          <p:cNvPr id="69" name="Google Shape;69;p4"/>
          <p:cNvSpPr txBox="1">
            <a:spLocks noGrp="1"/>
          </p:cNvSpPr>
          <p:nvPr>
            <p:ph type="body" idx="1"/>
          </p:nvPr>
        </p:nvSpPr>
        <p:spPr>
          <a:xfrm>
            <a:off x="713225" y="1036775"/>
            <a:ext cx="7717500" cy="3773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8C5A79"/>
              </a:buClr>
              <a:buSzPts val="1400"/>
              <a:buFont typeface="Lato"/>
              <a:buChar char="●"/>
              <a:defRPr>
                <a:solidFill>
                  <a:schemeClr val="lt2"/>
                </a:solidFill>
              </a:defRPr>
            </a:lvl1pPr>
            <a:lvl2pPr marL="914400" lvl="1" indent="-304800">
              <a:spcBef>
                <a:spcPts val="0"/>
              </a:spcBef>
              <a:spcAft>
                <a:spcPts val="0"/>
              </a:spcAft>
              <a:buClr>
                <a:srgbClr val="555555"/>
              </a:buClr>
              <a:buSzPts val="1200"/>
              <a:buFont typeface="Lato"/>
              <a:buChar char="○"/>
              <a:defRPr>
                <a:solidFill>
                  <a:schemeClr val="lt2"/>
                </a:solidFill>
              </a:defRPr>
            </a:lvl2pPr>
            <a:lvl3pPr marL="1371600" lvl="2" indent="-304800">
              <a:spcBef>
                <a:spcPts val="0"/>
              </a:spcBef>
              <a:spcAft>
                <a:spcPts val="0"/>
              </a:spcAft>
              <a:buClr>
                <a:srgbClr val="555555"/>
              </a:buClr>
              <a:buSzPts val="1200"/>
              <a:buFont typeface="Lato"/>
              <a:buChar char="■"/>
              <a:defRPr>
                <a:solidFill>
                  <a:schemeClr val="lt2"/>
                </a:solidFill>
              </a:defRPr>
            </a:lvl3pPr>
            <a:lvl4pPr marL="1828800" lvl="3" indent="-304800">
              <a:spcBef>
                <a:spcPts val="0"/>
              </a:spcBef>
              <a:spcAft>
                <a:spcPts val="0"/>
              </a:spcAft>
              <a:buClr>
                <a:srgbClr val="555555"/>
              </a:buClr>
              <a:buSzPts val="1200"/>
              <a:buFont typeface="Lato"/>
              <a:buChar char="●"/>
              <a:defRPr>
                <a:solidFill>
                  <a:schemeClr val="lt2"/>
                </a:solidFill>
              </a:defRPr>
            </a:lvl4pPr>
            <a:lvl5pPr marL="2286000" lvl="4" indent="-304800">
              <a:spcBef>
                <a:spcPts val="0"/>
              </a:spcBef>
              <a:spcAft>
                <a:spcPts val="0"/>
              </a:spcAft>
              <a:buClr>
                <a:srgbClr val="555555"/>
              </a:buClr>
              <a:buSzPts val="1200"/>
              <a:buFont typeface="Lato"/>
              <a:buChar char="○"/>
              <a:defRPr>
                <a:solidFill>
                  <a:schemeClr val="lt2"/>
                </a:solidFill>
              </a:defRPr>
            </a:lvl5pPr>
            <a:lvl6pPr marL="2743200" lvl="5" indent="-304800">
              <a:spcBef>
                <a:spcPts val="0"/>
              </a:spcBef>
              <a:spcAft>
                <a:spcPts val="0"/>
              </a:spcAft>
              <a:buClr>
                <a:srgbClr val="555555"/>
              </a:buClr>
              <a:buSzPts val="1200"/>
              <a:buFont typeface="Lato"/>
              <a:buChar char="■"/>
              <a:defRPr>
                <a:solidFill>
                  <a:schemeClr val="lt2"/>
                </a:solidFill>
              </a:defRPr>
            </a:lvl6pPr>
            <a:lvl7pPr marL="3200400" lvl="6" indent="-304800">
              <a:spcBef>
                <a:spcPts val="0"/>
              </a:spcBef>
              <a:spcAft>
                <a:spcPts val="0"/>
              </a:spcAft>
              <a:buClr>
                <a:srgbClr val="555555"/>
              </a:buClr>
              <a:buSzPts val="1200"/>
              <a:buFont typeface="Lato"/>
              <a:buChar char="●"/>
              <a:defRPr>
                <a:solidFill>
                  <a:schemeClr val="lt2"/>
                </a:solidFill>
              </a:defRPr>
            </a:lvl7pPr>
            <a:lvl8pPr marL="3657600" lvl="7" indent="-304800">
              <a:spcBef>
                <a:spcPts val="0"/>
              </a:spcBef>
              <a:spcAft>
                <a:spcPts val="0"/>
              </a:spcAft>
              <a:buClr>
                <a:srgbClr val="555555"/>
              </a:buClr>
              <a:buSzPts val="1200"/>
              <a:buFont typeface="Lato"/>
              <a:buChar char="○"/>
              <a:defRPr>
                <a:solidFill>
                  <a:schemeClr val="lt2"/>
                </a:solidFill>
              </a:defRPr>
            </a:lvl8pPr>
            <a:lvl9pPr marL="4114800" lvl="8" indent="-304800">
              <a:spcBef>
                <a:spcPts val="0"/>
              </a:spcBef>
              <a:spcAft>
                <a:spcPts val="0"/>
              </a:spcAft>
              <a:buClr>
                <a:srgbClr val="555555"/>
              </a:buClr>
              <a:buSzPts val="1200"/>
              <a:buFont typeface="Lato"/>
              <a:buChar char="■"/>
              <a:defRPr>
                <a:solidFill>
                  <a:schemeClr val="lt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0"/>
        <p:cNvGrpSpPr/>
        <p:nvPr/>
      </p:nvGrpSpPr>
      <p:grpSpPr>
        <a:xfrm>
          <a:off x="0" y="0"/>
          <a:ext cx="0" cy="0"/>
          <a:chOff x="0" y="0"/>
          <a:chExt cx="0" cy="0"/>
        </a:xfrm>
      </p:grpSpPr>
      <p:sp>
        <p:nvSpPr>
          <p:cNvPr id="71" name="Google Shape;71;p5"/>
          <p:cNvSpPr txBox="1">
            <a:spLocks noGrp="1"/>
          </p:cNvSpPr>
          <p:nvPr>
            <p:ph type="subTitle" idx="1"/>
          </p:nvPr>
        </p:nvSpPr>
        <p:spPr>
          <a:xfrm>
            <a:off x="1611750" y="2775167"/>
            <a:ext cx="27447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72" name="Google Shape;72;p5"/>
          <p:cNvSpPr txBox="1">
            <a:spLocks noGrp="1"/>
          </p:cNvSpPr>
          <p:nvPr>
            <p:ph type="subTitle" idx="2"/>
          </p:nvPr>
        </p:nvSpPr>
        <p:spPr>
          <a:xfrm>
            <a:off x="4787500" y="2775167"/>
            <a:ext cx="27447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73" name="Google Shape;73;p5"/>
          <p:cNvSpPr txBox="1">
            <a:spLocks noGrp="1"/>
          </p:cNvSpPr>
          <p:nvPr>
            <p:ph type="title"/>
          </p:nvPr>
        </p:nvSpPr>
        <p:spPr>
          <a:xfrm>
            <a:off x="1074150" y="384100"/>
            <a:ext cx="69957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2700">
                <a:solidFill>
                  <a:schemeClr val="accent5"/>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74" name="Google Shape;74;p5"/>
          <p:cNvSpPr txBox="1">
            <a:spLocks noGrp="1"/>
          </p:cNvSpPr>
          <p:nvPr>
            <p:ph type="subTitle" idx="3"/>
          </p:nvPr>
        </p:nvSpPr>
        <p:spPr>
          <a:xfrm>
            <a:off x="1611750" y="3110592"/>
            <a:ext cx="2744700" cy="1034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75" name="Google Shape;75;p5"/>
          <p:cNvSpPr txBox="1">
            <a:spLocks noGrp="1"/>
          </p:cNvSpPr>
          <p:nvPr>
            <p:ph type="subTitle" idx="4"/>
          </p:nvPr>
        </p:nvSpPr>
        <p:spPr>
          <a:xfrm>
            <a:off x="4787500" y="3110592"/>
            <a:ext cx="2744700" cy="1034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grpSp>
        <p:nvGrpSpPr>
          <p:cNvPr id="76" name="Google Shape;76;p5"/>
          <p:cNvGrpSpPr/>
          <p:nvPr/>
        </p:nvGrpSpPr>
        <p:grpSpPr>
          <a:xfrm>
            <a:off x="8064617" y="-289891"/>
            <a:ext cx="1717686" cy="1718100"/>
            <a:chOff x="1347125" y="349025"/>
            <a:chExt cx="4978800" cy="4980000"/>
          </a:xfrm>
        </p:grpSpPr>
        <p:sp>
          <p:nvSpPr>
            <p:cNvPr id="77" name="Google Shape;77;p5"/>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5"/>
          <p:cNvSpPr/>
          <p:nvPr/>
        </p:nvSpPr>
        <p:spPr>
          <a:xfrm rot="-6727045">
            <a:off x="-2101834" y="4055761"/>
            <a:ext cx="3172076" cy="4788701"/>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1361100" y="4780250"/>
            <a:ext cx="251100" cy="2511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2"/>
        </a:solidFill>
        <a:effectLst/>
      </p:bgPr>
    </p:bg>
    <p:spTree>
      <p:nvGrpSpPr>
        <p:cNvPr id="1" name="Shape 101"/>
        <p:cNvGrpSpPr/>
        <p:nvPr/>
      </p:nvGrpSpPr>
      <p:grpSpPr>
        <a:xfrm>
          <a:off x="0" y="0"/>
          <a:ext cx="0" cy="0"/>
          <a:chOff x="0" y="0"/>
          <a:chExt cx="0" cy="0"/>
        </a:xfrm>
      </p:grpSpPr>
      <p:sp>
        <p:nvSpPr>
          <p:cNvPr id="102" name="Google Shape;102;p6"/>
          <p:cNvSpPr/>
          <p:nvPr/>
        </p:nvSpPr>
        <p:spPr>
          <a:xfrm>
            <a:off x="5637869" y="-12"/>
            <a:ext cx="3526656" cy="5143537"/>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txBox="1">
            <a:spLocks noGrp="1"/>
          </p:cNvSpPr>
          <p:nvPr>
            <p:ph type="title"/>
          </p:nvPr>
        </p:nvSpPr>
        <p:spPr>
          <a:xfrm>
            <a:off x="713225" y="1863113"/>
            <a:ext cx="3348300" cy="841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3600"/>
              <a:buNone/>
              <a:defRPr sz="5000">
                <a:solidFill>
                  <a:schemeClr val="accent5"/>
                </a:solidFill>
              </a:defRPr>
            </a:lvl1pPr>
            <a:lvl2pPr lvl="1" rtl="0">
              <a:spcBef>
                <a:spcPts val="0"/>
              </a:spcBef>
              <a:spcAft>
                <a:spcPts val="0"/>
              </a:spcAft>
              <a:buClr>
                <a:schemeClr val="accent5"/>
              </a:buClr>
              <a:buSzPts val="3600"/>
              <a:buNone/>
              <a:defRPr sz="3600">
                <a:solidFill>
                  <a:schemeClr val="accent5"/>
                </a:solidFill>
              </a:defRPr>
            </a:lvl2pPr>
            <a:lvl3pPr lvl="2" rtl="0">
              <a:spcBef>
                <a:spcPts val="0"/>
              </a:spcBef>
              <a:spcAft>
                <a:spcPts val="0"/>
              </a:spcAft>
              <a:buClr>
                <a:schemeClr val="accent5"/>
              </a:buClr>
              <a:buSzPts val="3600"/>
              <a:buNone/>
              <a:defRPr sz="3600">
                <a:solidFill>
                  <a:schemeClr val="accent5"/>
                </a:solidFill>
              </a:defRPr>
            </a:lvl3pPr>
            <a:lvl4pPr lvl="3" rtl="0">
              <a:spcBef>
                <a:spcPts val="0"/>
              </a:spcBef>
              <a:spcAft>
                <a:spcPts val="0"/>
              </a:spcAft>
              <a:buClr>
                <a:schemeClr val="accent5"/>
              </a:buClr>
              <a:buSzPts val="3600"/>
              <a:buNone/>
              <a:defRPr sz="3600">
                <a:solidFill>
                  <a:schemeClr val="accent5"/>
                </a:solidFill>
              </a:defRPr>
            </a:lvl4pPr>
            <a:lvl5pPr lvl="4" rtl="0">
              <a:spcBef>
                <a:spcPts val="0"/>
              </a:spcBef>
              <a:spcAft>
                <a:spcPts val="0"/>
              </a:spcAft>
              <a:buClr>
                <a:schemeClr val="accent5"/>
              </a:buClr>
              <a:buSzPts val="3600"/>
              <a:buNone/>
              <a:defRPr sz="3600">
                <a:solidFill>
                  <a:schemeClr val="accent5"/>
                </a:solidFill>
              </a:defRPr>
            </a:lvl5pPr>
            <a:lvl6pPr lvl="5" rtl="0">
              <a:spcBef>
                <a:spcPts val="0"/>
              </a:spcBef>
              <a:spcAft>
                <a:spcPts val="0"/>
              </a:spcAft>
              <a:buClr>
                <a:schemeClr val="accent5"/>
              </a:buClr>
              <a:buSzPts val="3600"/>
              <a:buNone/>
              <a:defRPr sz="3600">
                <a:solidFill>
                  <a:schemeClr val="accent5"/>
                </a:solidFill>
              </a:defRPr>
            </a:lvl6pPr>
            <a:lvl7pPr lvl="6" rtl="0">
              <a:spcBef>
                <a:spcPts val="0"/>
              </a:spcBef>
              <a:spcAft>
                <a:spcPts val="0"/>
              </a:spcAft>
              <a:buClr>
                <a:schemeClr val="accent5"/>
              </a:buClr>
              <a:buSzPts val="3600"/>
              <a:buNone/>
              <a:defRPr sz="3600">
                <a:solidFill>
                  <a:schemeClr val="accent5"/>
                </a:solidFill>
              </a:defRPr>
            </a:lvl7pPr>
            <a:lvl8pPr lvl="7" rtl="0">
              <a:spcBef>
                <a:spcPts val="0"/>
              </a:spcBef>
              <a:spcAft>
                <a:spcPts val="0"/>
              </a:spcAft>
              <a:buClr>
                <a:schemeClr val="accent5"/>
              </a:buClr>
              <a:buSzPts val="3600"/>
              <a:buNone/>
              <a:defRPr sz="3600">
                <a:solidFill>
                  <a:schemeClr val="accent5"/>
                </a:solidFill>
              </a:defRPr>
            </a:lvl8pPr>
            <a:lvl9pPr lvl="8" rtl="0">
              <a:spcBef>
                <a:spcPts val="0"/>
              </a:spcBef>
              <a:spcAft>
                <a:spcPts val="0"/>
              </a:spcAft>
              <a:buClr>
                <a:schemeClr val="accent5"/>
              </a:buClr>
              <a:buSzPts val="3600"/>
              <a:buNone/>
              <a:defRPr sz="3600">
                <a:solidFill>
                  <a:schemeClr val="accent5"/>
                </a:solidFill>
              </a:defRPr>
            </a:lvl9pPr>
          </a:lstStyle>
          <a:p>
            <a:endParaRPr/>
          </a:p>
        </p:txBody>
      </p:sp>
      <p:sp>
        <p:nvSpPr>
          <p:cNvPr id="104" name="Google Shape;104;p6"/>
          <p:cNvSpPr txBox="1">
            <a:spLocks noGrp="1"/>
          </p:cNvSpPr>
          <p:nvPr>
            <p:ph type="subTitle" idx="1"/>
          </p:nvPr>
        </p:nvSpPr>
        <p:spPr>
          <a:xfrm>
            <a:off x="695550" y="2688138"/>
            <a:ext cx="33483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sp>
        <p:nvSpPr>
          <p:cNvPr id="106" name="Google Shape;106;p7"/>
          <p:cNvSpPr txBox="1">
            <a:spLocks noGrp="1"/>
          </p:cNvSpPr>
          <p:nvPr>
            <p:ph type="title"/>
          </p:nvPr>
        </p:nvSpPr>
        <p:spPr>
          <a:xfrm>
            <a:off x="720000" y="540000"/>
            <a:ext cx="3348300" cy="841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2700">
                <a:solidFill>
                  <a:srgbClr val="00BBC1"/>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107" name="Google Shape;107;p7"/>
          <p:cNvSpPr txBox="1">
            <a:spLocks noGrp="1"/>
          </p:cNvSpPr>
          <p:nvPr>
            <p:ph type="subTitle" idx="1"/>
          </p:nvPr>
        </p:nvSpPr>
        <p:spPr>
          <a:xfrm>
            <a:off x="747150" y="1381800"/>
            <a:ext cx="32940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a:solidFill>
                  <a:srgbClr val="343434"/>
                </a:solidFill>
              </a:defRPr>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692850" y="1444238"/>
            <a:ext cx="3816000" cy="1332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000">
                <a:solidFill>
                  <a:schemeClr val="lt2"/>
                </a:solidFill>
              </a:defRPr>
            </a:lvl1pPr>
            <a:lvl2pPr lvl="1" rtl="0">
              <a:spcBef>
                <a:spcPts val="0"/>
              </a:spcBef>
              <a:spcAft>
                <a:spcPts val="0"/>
              </a:spcAft>
              <a:buClr>
                <a:srgbClr val="F0F7ED"/>
              </a:buClr>
              <a:buSzPts val="3600"/>
              <a:buNone/>
              <a:defRPr sz="3600">
                <a:solidFill>
                  <a:srgbClr val="F0F7ED"/>
                </a:solidFill>
              </a:defRPr>
            </a:lvl2pPr>
            <a:lvl3pPr lvl="2" rtl="0">
              <a:spcBef>
                <a:spcPts val="0"/>
              </a:spcBef>
              <a:spcAft>
                <a:spcPts val="0"/>
              </a:spcAft>
              <a:buClr>
                <a:srgbClr val="F0F7ED"/>
              </a:buClr>
              <a:buSzPts val="3600"/>
              <a:buNone/>
              <a:defRPr sz="3600">
                <a:solidFill>
                  <a:srgbClr val="F0F7ED"/>
                </a:solidFill>
              </a:defRPr>
            </a:lvl3pPr>
            <a:lvl4pPr lvl="3" rtl="0">
              <a:spcBef>
                <a:spcPts val="0"/>
              </a:spcBef>
              <a:spcAft>
                <a:spcPts val="0"/>
              </a:spcAft>
              <a:buClr>
                <a:srgbClr val="F0F7ED"/>
              </a:buClr>
              <a:buSzPts val="3600"/>
              <a:buNone/>
              <a:defRPr sz="3600">
                <a:solidFill>
                  <a:srgbClr val="F0F7ED"/>
                </a:solidFill>
              </a:defRPr>
            </a:lvl4pPr>
            <a:lvl5pPr lvl="4" rtl="0">
              <a:spcBef>
                <a:spcPts val="0"/>
              </a:spcBef>
              <a:spcAft>
                <a:spcPts val="0"/>
              </a:spcAft>
              <a:buClr>
                <a:srgbClr val="F0F7ED"/>
              </a:buClr>
              <a:buSzPts val="3600"/>
              <a:buNone/>
              <a:defRPr sz="3600">
                <a:solidFill>
                  <a:srgbClr val="F0F7ED"/>
                </a:solidFill>
              </a:defRPr>
            </a:lvl5pPr>
            <a:lvl6pPr lvl="5" rtl="0">
              <a:spcBef>
                <a:spcPts val="0"/>
              </a:spcBef>
              <a:spcAft>
                <a:spcPts val="0"/>
              </a:spcAft>
              <a:buClr>
                <a:srgbClr val="F0F7ED"/>
              </a:buClr>
              <a:buSzPts val="3600"/>
              <a:buNone/>
              <a:defRPr sz="3600">
                <a:solidFill>
                  <a:srgbClr val="F0F7ED"/>
                </a:solidFill>
              </a:defRPr>
            </a:lvl6pPr>
            <a:lvl7pPr lvl="6" rtl="0">
              <a:spcBef>
                <a:spcPts val="0"/>
              </a:spcBef>
              <a:spcAft>
                <a:spcPts val="0"/>
              </a:spcAft>
              <a:buClr>
                <a:srgbClr val="F0F7ED"/>
              </a:buClr>
              <a:buSzPts val="3600"/>
              <a:buNone/>
              <a:defRPr sz="3600">
                <a:solidFill>
                  <a:srgbClr val="F0F7ED"/>
                </a:solidFill>
              </a:defRPr>
            </a:lvl7pPr>
            <a:lvl8pPr lvl="7" rtl="0">
              <a:spcBef>
                <a:spcPts val="0"/>
              </a:spcBef>
              <a:spcAft>
                <a:spcPts val="0"/>
              </a:spcAft>
              <a:buClr>
                <a:srgbClr val="F0F7ED"/>
              </a:buClr>
              <a:buSzPts val="3600"/>
              <a:buNone/>
              <a:defRPr sz="3600">
                <a:solidFill>
                  <a:srgbClr val="F0F7ED"/>
                </a:solidFill>
              </a:defRPr>
            </a:lvl8pPr>
            <a:lvl9pPr lvl="8" rtl="0">
              <a:spcBef>
                <a:spcPts val="0"/>
              </a:spcBef>
              <a:spcAft>
                <a:spcPts val="0"/>
              </a:spcAft>
              <a:buClr>
                <a:srgbClr val="F0F7ED"/>
              </a:buClr>
              <a:buSzPts val="3600"/>
              <a:buNone/>
              <a:defRPr sz="3600">
                <a:solidFill>
                  <a:srgbClr val="F0F7ED"/>
                </a:solidFill>
              </a:defRPr>
            </a:lvl9pPr>
          </a:lstStyle>
          <a:p>
            <a:endParaRPr/>
          </a:p>
        </p:txBody>
      </p:sp>
      <p:sp>
        <p:nvSpPr>
          <p:cNvPr id="110" name="Google Shape;110;p8"/>
          <p:cNvSpPr txBox="1">
            <a:spLocks noGrp="1"/>
          </p:cNvSpPr>
          <p:nvPr>
            <p:ph type="subTitle" idx="1"/>
          </p:nvPr>
        </p:nvSpPr>
        <p:spPr>
          <a:xfrm>
            <a:off x="692850" y="2906650"/>
            <a:ext cx="38160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400">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1"/>
        <p:cNvGrpSpPr/>
        <p:nvPr/>
      </p:nvGrpSpPr>
      <p:grpSpPr>
        <a:xfrm>
          <a:off x="0" y="0"/>
          <a:ext cx="0" cy="0"/>
          <a:chOff x="0" y="0"/>
          <a:chExt cx="0" cy="0"/>
        </a:xfrm>
      </p:grpSpPr>
      <p:sp>
        <p:nvSpPr>
          <p:cNvPr id="112" name="Google Shape;112;p9"/>
          <p:cNvSpPr/>
          <p:nvPr/>
        </p:nvSpPr>
        <p:spPr>
          <a:xfrm>
            <a:off x="5617344" y="0"/>
            <a:ext cx="3526656" cy="5143537"/>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9"/>
          <p:cNvSpPr/>
          <p:nvPr/>
        </p:nvSpPr>
        <p:spPr>
          <a:xfrm>
            <a:off x="5617344" y="0"/>
            <a:ext cx="3526656" cy="5143537"/>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9"/>
          <p:cNvSpPr txBox="1">
            <a:spLocks noGrp="1"/>
          </p:cNvSpPr>
          <p:nvPr>
            <p:ph type="title"/>
          </p:nvPr>
        </p:nvSpPr>
        <p:spPr>
          <a:xfrm>
            <a:off x="709986" y="384050"/>
            <a:ext cx="4174200" cy="841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BBC1"/>
              </a:buClr>
              <a:buSzPts val="2700"/>
              <a:buNone/>
              <a:defRPr sz="2700">
                <a:solidFill>
                  <a:schemeClr val="accent5"/>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115" name="Google Shape;115;p9"/>
          <p:cNvSpPr txBox="1">
            <a:spLocks noGrp="1"/>
          </p:cNvSpPr>
          <p:nvPr>
            <p:ph type="subTitle" idx="1"/>
          </p:nvPr>
        </p:nvSpPr>
        <p:spPr>
          <a:xfrm>
            <a:off x="709986" y="1329770"/>
            <a:ext cx="3606600" cy="294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Char char="●"/>
              <a:defRPr sz="1400">
                <a:solidFill>
                  <a:srgbClr val="343434"/>
                </a:solidFill>
              </a:defRPr>
            </a:lvl1pPr>
            <a:lvl2pPr lvl="1" algn="ctr" rtl="0">
              <a:lnSpc>
                <a:spcPct val="100000"/>
              </a:lnSpc>
              <a:spcBef>
                <a:spcPts val="0"/>
              </a:spcBef>
              <a:spcAft>
                <a:spcPts val="0"/>
              </a:spcAft>
              <a:buClr>
                <a:srgbClr val="343434"/>
              </a:buClr>
              <a:buSzPts val="1200"/>
              <a:buChar char="○"/>
              <a:defRPr>
                <a:solidFill>
                  <a:srgbClr val="343434"/>
                </a:solidFill>
              </a:defRPr>
            </a:lvl2pPr>
            <a:lvl3pPr lvl="2" algn="ctr" rtl="0">
              <a:lnSpc>
                <a:spcPct val="100000"/>
              </a:lnSpc>
              <a:spcBef>
                <a:spcPts val="0"/>
              </a:spcBef>
              <a:spcAft>
                <a:spcPts val="0"/>
              </a:spcAft>
              <a:buClr>
                <a:srgbClr val="343434"/>
              </a:buClr>
              <a:buSzPts val="1200"/>
              <a:buChar char="■"/>
              <a:defRPr>
                <a:solidFill>
                  <a:srgbClr val="343434"/>
                </a:solidFill>
              </a:defRPr>
            </a:lvl3pPr>
            <a:lvl4pPr lvl="3" algn="ctr" rtl="0">
              <a:lnSpc>
                <a:spcPct val="100000"/>
              </a:lnSpc>
              <a:spcBef>
                <a:spcPts val="0"/>
              </a:spcBef>
              <a:spcAft>
                <a:spcPts val="0"/>
              </a:spcAft>
              <a:buClr>
                <a:srgbClr val="343434"/>
              </a:buClr>
              <a:buSzPts val="1200"/>
              <a:buChar char="●"/>
              <a:defRPr>
                <a:solidFill>
                  <a:srgbClr val="343434"/>
                </a:solidFill>
              </a:defRPr>
            </a:lvl4pPr>
            <a:lvl5pPr lvl="4" algn="ctr" rtl="0">
              <a:lnSpc>
                <a:spcPct val="100000"/>
              </a:lnSpc>
              <a:spcBef>
                <a:spcPts val="0"/>
              </a:spcBef>
              <a:spcAft>
                <a:spcPts val="0"/>
              </a:spcAft>
              <a:buClr>
                <a:srgbClr val="343434"/>
              </a:buClr>
              <a:buSzPts val="1200"/>
              <a:buChar char="○"/>
              <a:defRPr>
                <a:solidFill>
                  <a:srgbClr val="343434"/>
                </a:solidFill>
              </a:defRPr>
            </a:lvl5pPr>
            <a:lvl6pPr lvl="5" algn="ctr" rtl="0">
              <a:lnSpc>
                <a:spcPct val="100000"/>
              </a:lnSpc>
              <a:spcBef>
                <a:spcPts val="0"/>
              </a:spcBef>
              <a:spcAft>
                <a:spcPts val="0"/>
              </a:spcAft>
              <a:buClr>
                <a:srgbClr val="343434"/>
              </a:buClr>
              <a:buSzPts val="1200"/>
              <a:buChar char="■"/>
              <a:defRPr>
                <a:solidFill>
                  <a:srgbClr val="343434"/>
                </a:solidFill>
              </a:defRPr>
            </a:lvl6pPr>
            <a:lvl7pPr lvl="6" algn="ctr" rtl="0">
              <a:lnSpc>
                <a:spcPct val="100000"/>
              </a:lnSpc>
              <a:spcBef>
                <a:spcPts val="0"/>
              </a:spcBef>
              <a:spcAft>
                <a:spcPts val="0"/>
              </a:spcAft>
              <a:buClr>
                <a:srgbClr val="343434"/>
              </a:buClr>
              <a:buSzPts val="1200"/>
              <a:buChar char="●"/>
              <a:defRPr>
                <a:solidFill>
                  <a:srgbClr val="343434"/>
                </a:solidFill>
              </a:defRPr>
            </a:lvl7pPr>
            <a:lvl8pPr lvl="7" algn="ctr" rtl="0">
              <a:lnSpc>
                <a:spcPct val="100000"/>
              </a:lnSpc>
              <a:spcBef>
                <a:spcPts val="0"/>
              </a:spcBef>
              <a:spcAft>
                <a:spcPts val="0"/>
              </a:spcAft>
              <a:buClr>
                <a:srgbClr val="343434"/>
              </a:buClr>
              <a:buSzPts val="1200"/>
              <a:buChar char="○"/>
              <a:defRPr>
                <a:solidFill>
                  <a:srgbClr val="343434"/>
                </a:solidFill>
              </a:defRPr>
            </a:lvl8pPr>
            <a:lvl9pPr lvl="8" algn="ctr" rtl="0">
              <a:lnSpc>
                <a:spcPct val="100000"/>
              </a:lnSpc>
              <a:spcBef>
                <a:spcPts val="0"/>
              </a:spcBef>
              <a:spcAft>
                <a:spcPts val="0"/>
              </a:spcAft>
              <a:buClr>
                <a:srgbClr val="343434"/>
              </a:buClr>
              <a:buSzPts val="1200"/>
              <a:buChar char="■"/>
              <a:defRPr>
                <a:solidFill>
                  <a:srgbClr val="343434"/>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6"/>
        <p:cNvGrpSpPr/>
        <p:nvPr/>
      </p:nvGrpSpPr>
      <p:grpSpPr>
        <a:xfrm>
          <a:off x="0" y="0"/>
          <a:ext cx="0" cy="0"/>
          <a:chOff x="0" y="0"/>
          <a:chExt cx="0" cy="0"/>
        </a:xfrm>
      </p:grpSpPr>
      <p:grpSp>
        <p:nvGrpSpPr>
          <p:cNvPr id="117" name="Google Shape;117;p10"/>
          <p:cNvGrpSpPr/>
          <p:nvPr/>
        </p:nvGrpSpPr>
        <p:grpSpPr>
          <a:xfrm>
            <a:off x="8064617" y="361184"/>
            <a:ext cx="1717686" cy="1718100"/>
            <a:chOff x="1347125" y="349025"/>
            <a:chExt cx="4978800" cy="4980000"/>
          </a:xfrm>
        </p:grpSpPr>
        <p:sp>
          <p:nvSpPr>
            <p:cNvPr id="118" name="Google Shape;118;p1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 name="Google Shape;140;p10"/>
          <p:cNvSpPr/>
          <p:nvPr/>
        </p:nvSpPr>
        <p:spPr>
          <a:xfrm>
            <a:off x="-1925625" y="-2803700"/>
            <a:ext cx="3172125" cy="478877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 name="Google Shape;141;p10"/>
          <p:cNvGrpSpPr/>
          <p:nvPr/>
        </p:nvGrpSpPr>
        <p:grpSpPr>
          <a:xfrm>
            <a:off x="441939" y="198398"/>
            <a:ext cx="760263" cy="760446"/>
            <a:chOff x="1347125" y="349025"/>
            <a:chExt cx="4978800" cy="4980000"/>
          </a:xfrm>
        </p:grpSpPr>
        <p:sp>
          <p:nvSpPr>
            <p:cNvPr id="142" name="Google Shape;142;p1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 name="Google Shape;164;p10"/>
          <p:cNvSpPr/>
          <p:nvPr/>
        </p:nvSpPr>
        <p:spPr>
          <a:xfrm>
            <a:off x="-98275" y="1604525"/>
            <a:ext cx="258300" cy="258300"/>
          </a:xfrm>
          <a:prstGeom prst="ellipse">
            <a:avLst/>
          </a:pr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0"/>
          <p:cNvSpPr/>
          <p:nvPr/>
        </p:nvSpPr>
        <p:spPr>
          <a:xfrm>
            <a:off x="-49100" y="1230525"/>
            <a:ext cx="159900" cy="159900"/>
          </a:xfrm>
          <a:prstGeom prst="ellipse">
            <a:avLst/>
          </a:pr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0"/>
          <p:cNvSpPr txBox="1">
            <a:spLocks noGrp="1"/>
          </p:cNvSpPr>
          <p:nvPr>
            <p:ph type="title"/>
          </p:nvPr>
        </p:nvSpPr>
        <p:spPr>
          <a:xfrm>
            <a:off x="2371050" y="2876275"/>
            <a:ext cx="4401900" cy="369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400">
                <a:solidFill>
                  <a:schemeClr val="accent5"/>
                </a:solidFill>
              </a:defRPr>
            </a:lvl1pPr>
            <a:lvl2pPr lvl="1" algn="r" rtl="0">
              <a:spcBef>
                <a:spcPts val="0"/>
              </a:spcBef>
              <a:spcAft>
                <a:spcPts val="0"/>
              </a:spcAft>
              <a:buNone/>
              <a:defRPr sz="2700">
                <a:solidFill>
                  <a:schemeClr val="accent5"/>
                </a:solidFill>
              </a:defRPr>
            </a:lvl2pPr>
            <a:lvl3pPr lvl="2" algn="r" rtl="0">
              <a:spcBef>
                <a:spcPts val="0"/>
              </a:spcBef>
              <a:spcAft>
                <a:spcPts val="0"/>
              </a:spcAft>
              <a:buNone/>
              <a:defRPr sz="2700">
                <a:solidFill>
                  <a:schemeClr val="accent5"/>
                </a:solidFill>
              </a:defRPr>
            </a:lvl3pPr>
            <a:lvl4pPr lvl="3" algn="r" rtl="0">
              <a:spcBef>
                <a:spcPts val="0"/>
              </a:spcBef>
              <a:spcAft>
                <a:spcPts val="0"/>
              </a:spcAft>
              <a:buNone/>
              <a:defRPr sz="2700">
                <a:solidFill>
                  <a:schemeClr val="accent5"/>
                </a:solidFill>
              </a:defRPr>
            </a:lvl4pPr>
            <a:lvl5pPr lvl="4" algn="r" rtl="0">
              <a:spcBef>
                <a:spcPts val="0"/>
              </a:spcBef>
              <a:spcAft>
                <a:spcPts val="0"/>
              </a:spcAft>
              <a:buNone/>
              <a:defRPr sz="2700">
                <a:solidFill>
                  <a:schemeClr val="accent5"/>
                </a:solidFill>
              </a:defRPr>
            </a:lvl5pPr>
            <a:lvl6pPr lvl="5" algn="r" rtl="0">
              <a:spcBef>
                <a:spcPts val="0"/>
              </a:spcBef>
              <a:spcAft>
                <a:spcPts val="0"/>
              </a:spcAft>
              <a:buNone/>
              <a:defRPr sz="2700">
                <a:solidFill>
                  <a:schemeClr val="accent5"/>
                </a:solidFill>
              </a:defRPr>
            </a:lvl6pPr>
            <a:lvl7pPr lvl="6" algn="r" rtl="0">
              <a:spcBef>
                <a:spcPts val="0"/>
              </a:spcBef>
              <a:spcAft>
                <a:spcPts val="0"/>
              </a:spcAft>
              <a:buNone/>
              <a:defRPr sz="2700">
                <a:solidFill>
                  <a:schemeClr val="accent5"/>
                </a:solidFill>
              </a:defRPr>
            </a:lvl7pPr>
            <a:lvl8pPr lvl="7" algn="r" rtl="0">
              <a:spcBef>
                <a:spcPts val="0"/>
              </a:spcBef>
              <a:spcAft>
                <a:spcPts val="0"/>
              </a:spcAft>
              <a:buNone/>
              <a:defRPr sz="2700">
                <a:solidFill>
                  <a:schemeClr val="accent5"/>
                </a:solidFill>
              </a:defRPr>
            </a:lvl8pPr>
            <a:lvl9pPr lvl="8" algn="r" rtl="0">
              <a:spcBef>
                <a:spcPts val="0"/>
              </a:spcBef>
              <a:spcAft>
                <a:spcPts val="0"/>
              </a:spcAft>
              <a:buNone/>
              <a:defRPr sz="2700">
                <a:solidFill>
                  <a:schemeClr val="accent5"/>
                </a:solidFill>
              </a:defRPr>
            </a:lvl9pPr>
          </a:lstStyle>
          <a:p>
            <a:endParaRPr/>
          </a:p>
        </p:txBody>
      </p:sp>
      <p:sp>
        <p:nvSpPr>
          <p:cNvPr id="167" name="Google Shape;167;p10"/>
          <p:cNvSpPr txBox="1">
            <a:spLocks noGrp="1"/>
          </p:cNvSpPr>
          <p:nvPr>
            <p:ph type="subTitle" idx="1"/>
          </p:nvPr>
        </p:nvSpPr>
        <p:spPr>
          <a:xfrm>
            <a:off x="2370975" y="1847925"/>
            <a:ext cx="4401900" cy="909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700"/>
            </a:lvl1pPr>
            <a:lvl2pPr lvl="1" rtl="0">
              <a:spcBef>
                <a:spcPts val="0"/>
              </a:spcBef>
              <a:spcAft>
                <a:spcPts val="0"/>
              </a:spcAft>
              <a:buNone/>
              <a:defRPr sz="1700"/>
            </a:lvl2pPr>
            <a:lvl3pPr lvl="2" rtl="0">
              <a:spcBef>
                <a:spcPts val="0"/>
              </a:spcBef>
              <a:spcAft>
                <a:spcPts val="0"/>
              </a:spcAft>
              <a:buNone/>
              <a:defRPr sz="1700"/>
            </a:lvl3pPr>
            <a:lvl4pPr lvl="3" rtl="0">
              <a:spcBef>
                <a:spcPts val="0"/>
              </a:spcBef>
              <a:spcAft>
                <a:spcPts val="0"/>
              </a:spcAft>
              <a:buNone/>
              <a:defRPr sz="1700"/>
            </a:lvl4pPr>
            <a:lvl5pPr lvl="4" rtl="0">
              <a:spcBef>
                <a:spcPts val="0"/>
              </a:spcBef>
              <a:spcAft>
                <a:spcPts val="0"/>
              </a:spcAft>
              <a:buNone/>
              <a:defRPr sz="1700"/>
            </a:lvl5pPr>
            <a:lvl6pPr lvl="5" rtl="0">
              <a:spcBef>
                <a:spcPts val="0"/>
              </a:spcBef>
              <a:spcAft>
                <a:spcPts val="0"/>
              </a:spcAft>
              <a:buNone/>
              <a:defRPr sz="1700"/>
            </a:lvl6pPr>
            <a:lvl7pPr lvl="6" rtl="0">
              <a:spcBef>
                <a:spcPts val="0"/>
              </a:spcBef>
              <a:spcAft>
                <a:spcPts val="0"/>
              </a:spcAft>
              <a:buNone/>
              <a:defRPr sz="1700"/>
            </a:lvl7pPr>
            <a:lvl8pPr lvl="7" rtl="0">
              <a:spcBef>
                <a:spcPts val="0"/>
              </a:spcBef>
              <a:spcAft>
                <a:spcPts val="0"/>
              </a:spcAft>
              <a:buNone/>
              <a:defRPr sz="1700"/>
            </a:lvl8pPr>
            <a:lvl9pPr lvl="8" rtl="0">
              <a:spcBef>
                <a:spcPts val="0"/>
              </a:spcBef>
              <a:spcAft>
                <a:spcPts val="0"/>
              </a:spcAft>
              <a:buNone/>
              <a:defRPr sz="17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68"/>
        <p:cNvGrpSpPr/>
        <p:nvPr/>
      </p:nvGrpSpPr>
      <p:grpSpPr>
        <a:xfrm>
          <a:off x="0" y="0"/>
          <a:ext cx="0" cy="0"/>
          <a:chOff x="0" y="0"/>
          <a:chExt cx="0" cy="0"/>
        </a:xfrm>
      </p:grpSpPr>
      <p:sp>
        <p:nvSpPr>
          <p:cNvPr id="169" name="Google Shape;169;p11"/>
          <p:cNvSpPr txBox="1">
            <a:spLocks noGrp="1"/>
          </p:cNvSpPr>
          <p:nvPr>
            <p:ph type="title" hasCustomPrompt="1"/>
          </p:nvPr>
        </p:nvSpPr>
        <p:spPr>
          <a:xfrm>
            <a:off x="311700" y="1785625"/>
            <a:ext cx="8520600" cy="115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7210"/>
              </a:buClr>
              <a:buSzPts val="12000"/>
              <a:buNone/>
              <a:defRPr sz="7000">
                <a:solidFill>
                  <a:schemeClr val="accent2"/>
                </a:solidFill>
              </a:defRPr>
            </a:lvl1pPr>
            <a:lvl2pPr lvl="1" algn="ctr" rtl="0">
              <a:spcBef>
                <a:spcPts val="0"/>
              </a:spcBef>
              <a:spcAft>
                <a:spcPts val="0"/>
              </a:spcAft>
              <a:buClr>
                <a:srgbClr val="FF7210"/>
              </a:buClr>
              <a:buSzPts val="12000"/>
              <a:buNone/>
              <a:defRPr sz="12000">
                <a:solidFill>
                  <a:srgbClr val="FF7210"/>
                </a:solidFill>
              </a:defRPr>
            </a:lvl2pPr>
            <a:lvl3pPr lvl="2" algn="ctr" rtl="0">
              <a:spcBef>
                <a:spcPts val="0"/>
              </a:spcBef>
              <a:spcAft>
                <a:spcPts val="0"/>
              </a:spcAft>
              <a:buClr>
                <a:srgbClr val="FF7210"/>
              </a:buClr>
              <a:buSzPts val="12000"/>
              <a:buNone/>
              <a:defRPr sz="12000">
                <a:solidFill>
                  <a:srgbClr val="FF7210"/>
                </a:solidFill>
              </a:defRPr>
            </a:lvl3pPr>
            <a:lvl4pPr lvl="3" algn="ctr" rtl="0">
              <a:spcBef>
                <a:spcPts val="0"/>
              </a:spcBef>
              <a:spcAft>
                <a:spcPts val="0"/>
              </a:spcAft>
              <a:buClr>
                <a:srgbClr val="FF7210"/>
              </a:buClr>
              <a:buSzPts val="12000"/>
              <a:buNone/>
              <a:defRPr sz="12000">
                <a:solidFill>
                  <a:srgbClr val="FF7210"/>
                </a:solidFill>
              </a:defRPr>
            </a:lvl4pPr>
            <a:lvl5pPr lvl="4" algn="ctr" rtl="0">
              <a:spcBef>
                <a:spcPts val="0"/>
              </a:spcBef>
              <a:spcAft>
                <a:spcPts val="0"/>
              </a:spcAft>
              <a:buClr>
                <a:srgbClr val="FF7210"/>
              </a:buClr>
              <a:buSzPts val="12000"/>
              <a:buNone/>
              <a:defRPr sz="12000">
                <a:solidFill>
                  <a:srgbClr val="FF7210"/>
                </a:solidFill>
              </a:defRPr>
            </a:lvl5pPr>
            <a:lvl6pPr lvl="5" algn="ctr" rtl="0">
              <a:spcBef>
                <a:spcPts val="0"/>
              </a:spcBef>
              <a:spcAft>
                <a:spcPts val="0"/>
              </a:spcAft>
              <a:buClr>
                <a:srgbClr val="FF7210"/>
              </a:buClr>
              <a:buSzPts val="12000"/>
              <a:buNone/>
              <a:defRPr sz="12000">
                <a:solidFill>
                  <a:srgbClr val="FF7210"/>
                </a:solidFill>
              </a:defRPr>
            </a:lvl6pPr>
            <a:lvl7pPr lvl="6" algn="ctr" rtl="0">
              <a:spcBef>
                <a:spcPts val="0"/>
              </a:spcBef>
              <a:spcAft>
                <a:spcPts val="0"/>
              </a:spcAft>
              <a:buClr>
                <a:srgbClr val="FF7210"/>
              </a:buClr>
              <a:buSzPts val="12000"/>
              <a:buNone/>
              <a:defRPr sz="12000">
                <a:solidFill>
                  <a:srgbClr val="FF7210"/>
                </a:solidFill>
              </a:defRPr>
            </a:lvl7pPr>
            <a:lvl8pPr lvl="7" algn="ctr" rtl="0">
              <a:spcBef>
                <a:spcPts val="0"/>
              </a:spcBef>
              <a:spcAft>
                <a:spcPts val="0"/>
              </a:spcAft>
              <a:buClr>
                <a:srgbClr val="FF7210"/>
              </a:buClr>
              <a:buSzPts val="12000"/>
              <a:buNone/>
              <a:defRPr sz="12000">
                <a:solidFill>
                  <a:srgbClr val="FF7210"/>
                </a:solidFill>
              </a:defRPr>
            </a:lvl8pPr>
            <a:lvl9pPr lvl="8" algn="ctr" rtl="0">
              <a:spcBef>
                <a:spcPts val="0"/>
              </a:spcBef>
              <a:spcAft>
                <a:spcPts val="0"/>
              </a:spcAft>
              <a:buClr>
                <a:srgbClr val="FF7210"/>
              </a:buClr>
              <a:buSzPts val="12000"/>
              <a:buNone/>
              <a:defRPr sz="12000">
                <a:solidFill>
                  <a:srgbClr val="FF7210"/>
                </a:solidFill>
              </a:defRPr>
            </a:lvl9pPr>
          </a:lstStyle>
          <a:p>
            <a:r>
              <a:t>xx%</a:t>
            </a:r>
          </a:p>
        </p:txBody>
      </p:sp>
      <p:sp>
        <p:nvSpPr>
          <p:cNvPr id="170" name="Google Shape;170;p11"/>
          <p:cNvSpPr txBox="1">
            <a:spLocks noGrp="1"/>
          </p:cNvSpPr>
          <p:nvPr>
            <p:ph type="subTitle" idx="1"/>
          </p:nvPr>
        </p:nvSpPr>
        <p:spPr>
          <a:xfrm>
            <a:off x="2512850" y="2825375"/>
            <a:ext cx="4118400" cy="53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171" name="Google Shape;171;p11"/>
          <p:cNvSpPr/>
          <p:nvPr/>
        </p:nvSpPr>
        <p:spPr>
          <a:xfrm>
            <a:off x="7770599" y="-528325"/>
            <a:ext cx="1159500" cy="1159500"/>
          </a:xfrm>
          <a:prstGeom prst="donut">
            <a:avLst>
              <a:gd name="adj" fmla="val 17842"/>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 name="Google Shape;172;p11"/>
          <p:cNvGrpSpPr/>
          <p:nvPr/>
        </p:nvGrpSpPr>
        <p:grpSpPr>
          <a:xfrm>
            <a:off x="-383533" y="3990559"/>
            <a:ext cx="1717686" cy="1718100"/>
            <a:chOff x="1347125" y="349025"/>
            <a:chExt cx="4978800" cy="4980000"/>
          </a:xfrm>
        </p:grpSpPr>
        <p:sp>
          <p:nvSpPr>
            <p:cNvPr id="173" name="Google Shape;173;p1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5" name="Google Shape;195;p11"/>
          <p:cNvSpPr/>
          <p:nvPr/>
        </p:nvSpPr>
        <p:spPr>
          <a:xfrm>
            <a:off x="991750" y="3990550"/>
            <a:ext cx="861000" cy="8610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a:off x="154050" y="3357868"/>
            <a:ext cx="324600" cy="3246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a:off x="7189025" y="246022"/>
            <a:ext cx="233400" cy="233400"/>
          </a:xfrm>
          <a:prstGeom prst="ellipse">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1"/>
          <p:cNvSpPr/>
          <p:nvPr/>
        </p:nvSpPr>
        <p:spPr>
          <a:xfrm>
            <a:off x="8853900" y="479424"/>
            <a:ext cx="135600" cy="135600"/>
          </a:xfrm>
          <a:prstGeom prst="ellipse">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9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BLANK_1">
    <p:spTree>
      <p:nvGrpSpPr>
        <p:cNvPr id="1" name="Shape 20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BLANK_1_2">
    <p:bg>
      <p:bgPr>
        <a:solidFill>
          <a:schemeClr val="accent1"/>
        </a:solidFill>
        <a:effectLst/>
      </p:bgPr>
    </p:bg>
    <p:spTree>
      <p:nvGrpSpPr>
        <p:cNvPr id="1" name="Shape 20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p:cSld name="BLANK_1_1">
    <p:spTree>
      <p:nvGrpSpPr>
        <p:cNvPr id="1" name="Shape 202"/>
        <p:cNvGrpSpPr/>
        <p:nvPr/>
      </p:nvGrpSpPr>
      <p:grpSpPr>
        <a:xfrm>
          <a:off x="0" y="0"/>
          <a:ext cx="0" cy="0"/>
          <a:chOff x="0" y="0"/>
          <a:chExt cx="0" cy="0"/>
        </a:xfrm>
      </p:grpSpPr>
      <p:sp>
        <p:nvSpPr>
          <p:cNvPr id="203" name="Google Shape;203;p15"/>
          <p:cNvSpPr/>
          <p:nvPr/>
        </p:nvSpPr>
        <p:spPr>
          <a:xfrm>
            <a:off x="7084000" y="540000"/>
            <a:ext cx="4029000" cy="4029000"/>
          </a:xfrm>
          <a:prstGeom prst="donut">
            <a:avLst>
              <a:gd name="adj" fmla="val 17842"/>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5"/>
          <p:cNvSpPr txBox="1">
            <a:spLocks noGrp="1"/>
          </p:cNvSpPr>
          <p:nvPr>
            <p:ph type="subTitle" idx="1"/>
          </p:nvPr>
        </p:nvSpPr>
        <p:spPr>
          <a:xfrm>
            <a:off x="799919" y="2010942"/>
            <a:ext cx="1979400" cy="8295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205" name="Google Shape;205;p15"/>
          <p:cNvSpPr txBox="1">
            <a:spLocks noGrp="1"/>
          </p:cNvSpPr>
          <p:nvPr>
            <p:ph type="subTitle" idx="2"/>
          </p:nvPr>
        </p:nvSpPr>
        <p:spPr>
          <a:xfrm>
            <a:off x="799919" y="3853588"/>
            <a:ext cx="1979400" cy="8295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206" name="Google Shape;206;p15"/>
          <p:cNvSpPr txBox="1">
            <a:spLocks noGrp="1"/>
          </p:cNvSpPr>
          <p:nvPr>
            <p:ph type="subTitle" idx="3"/>
          </p:nvPr>
        </p:nvSpPr>
        <p:spPr>
          <a:xfrm>
            <a:off x="3398494" y="2010942"/>
            <a:ext cx="1979400" cy="8295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207" name="Google Shape;207;p15"/>
          <p:cNvSpPr txBox="1">
            <a:spLocks noGrp="1"/>
          </p:cNvSpPr>
          <p:nvPr>
            <p:ph type="subTitle" idx="4"/>
          </p:nvPr>
        </p:nvSpPr>
        <p:spPr>
          <a:xfrm>
            <a:off x="3398494" y="3853588"/>
            <a:ext cx="1979400" cy="8295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208" name="Google Shape;208;p15"/>
          <p:cNvSpPr/>
          <p:nvPr/>
        </p:nvSpPr>
        <p:spPr>
          <a:xfrm>
            <a:off x="7152238" y="3180800"/>
            <a:ext cx="474000" cy="4740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7210"/>
              </a:solidFill>
            </a:endParaRPr>
          </a:p>
        </p:txBody>
      </p:sp>
      <p:grpSp>
        <p:nvGrpSpPr>
          <p:cNvPr id="209" name="Google Shape;209;p15"/>
          <p:cNvGrpSpPr/>
          <p:nvPr/>
        </p:nvGrpSpPr>
        <p:grpSpPr>
          <a:xfrm>
            <a:off x="8073382" y="788704"/>
            <a:ext cx="781174" cy="781362"/>
            <a:chOff x="1347125" y="349025"/>
            <a:chExt cx="4978800" cy="4980000"/>
          </a:xfrm>
        </p:grpSpPr>
        <p:sp>
          <p:nvSpPr>
            <p:cNvPr id="210" name="Google Shape;210;p15"/>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5"/>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5"/>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5"/>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5"/>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5"/>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5"/>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5"/>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5"/>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5"/>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5"/>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5"/>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5"/>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5"/>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5"/>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5"/>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5"/>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5"/>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5"/>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5"/>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5"/>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5"/>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2" name="Google Shape;232;p15"/>
          <p:cNvSpPr/>
          <p:nvPr/>
        </p:nvSpPr>
        <p:spPr>
          <a:xfrm>
            <a:off x="6954869" y="963900"/>
            <a:ext cx="286500" cy="286200"/>
          </a:xfrm>
          <a:prstGeom prst="ellipse">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7210"/>
              </a:solidFill>
            </a:endParaRPr>
          </a:p>
        </p:txBody>
      </p:sp>
      <p:sp>
        <p:nvSpPr>
          <p:cNvPr id="233" name="Google Shape;233;p15"/>
          <p:cNvSpPr txBox="1">
            <a:spLocks noGrp="1"/>
          </p:cNvSpPr>
          <p:nvPr>
            <p:ph type="title"/>
          </p:nvPr>
        </p:nvSpPr>
        <p:spPr>
          <a:xfrm>
            <a:off x="713219" y="384048"/>
            <a:ext cx="6995700" cy="481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BBC1"/>
              </a:buClr>
              <a:buSzPts val="2700"/>
              <a:buNone/>
              <a:defRPr sz="2700">
                <a:solidFill>
                  <a:schemeClr val="accent5"/>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endParaRPr/>
          </a:p>
        </p:txBody>
      </p:sp>
      <p:sp>
        <p:nvSpPr>
          <p:cNvPr id="234" name="Google Shape;234;p15"/>
          <p:cNvSpPr txBox="1">
            <a:spLocks noGrp="1"/>
          </p:cNvSpPr>
          <p:nvPr>
            <p:ph type="subTitle" idx="5"/>
          </p:nvPr>
        </p:nvSpPr>
        <p:spPr>
          <a:xfrm>
            <a:off x="3398494" y="1675850"/>
            <a:ext cx="1979400" cy="3081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235" name="Google Shape;235;p15"/>
          <p:cNvSpPr txBox="1">
            <a:spLocks noGrp="1"/>
          </p:cNvSpPr>
          <p:nvPr>
            <p:ph type="subTitle" idx="6"/>
          </p:nvPr>
        </p:nvSpPr>
        <p:spPr>
          <a:xfrm>
            <a:off x="799919" y="3515042"/>
            <a:ext cx="1979400" cy="3081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236" name="Google Shape;236;p15"/>
          <p:cNvSpPr txBox="1">
            <a:spLocks noGrp="1"/>
          </p:cNvSpPr>
          <p:nvPr>
            <p:ph type="subTitle" idx="7"/>
          </p:nvPr>
        </p:nvSpPr>
        <p:spPr>
          <a:xfrm>
            <a:off x="799919" y="1675850"/>
            <a:ext cx="1979400" cy="3081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237" name="Google Shape;237;p15"/>
          <p:cNvSpPr txBox="1">
            <a:spLocks noGrp="1"/>
          </p:cNvSpPr>
          <p:nvPr>
            <p:ph type="subTitle" idx="8"/>
          </p:nvPr>
        </p:nvSpPr>
        <p:spPr>
          <a:xfrm>
            <a:off x="3398494" y="3515050"/>
            <a:ext cx="1979400" cy="3081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238" name="Google Shape;238;p15"/>
          <p:cNvSpPr txBox="1">
            <a:spLocks noGrp="1"/>
          </p:cNvSpPr>
          <p:nvPr>
            <p:ph type="title" idx="9" hasCustomPrompt="1"/>
          </p:nvPr>
        </p:nvSpPr>
        <p:spPr>
          <a:xfrm>
            <a:off x="799925" y="1135100"/>
            <a:ext cx="912000" cy="579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2700"/>
              <a:buNone/>
              <a:defRPr sz="4000">
                <a:solidFill>
                  <a:schemeClr val="accent2"/>
                </a:solidFill>
              </a:defRPr>
            </a:lvl1pPr>
            <a:lvl2pPr lvl="1" algn="ctr" rtl="0">
              <a:spcBef>
                <a:spcPts val="0"/>
              </a:spcBef>
              <a:spcAft>
                <a:spcPts val="0"/>
              </a:spcAft>
              <a:buClr>
                <a:srgbClr val="FF7210"/>
              </a:buClr>
              <a:buSzPts val="2700"/>
              <a:buNone/>
              <a:defRPr>
                <a:solidFill>
                  <a:srgbClr val="FF7210"/>
                </a:solidFill>
              </a:defRPr>
            </a:lvl2pPr>
            <a:lvl3pPr lvl="2" algn="ctr" rtl="0">
              <a:spcBef>
                <a:spcPts val="0"/>
              </a:spcBef>
              <a:spcAft>
                <a:spcPts val="0"/>
              </a:spcAft>
              <a:buClr>
                <a:srgbClr val="FF7210"/>
              </a:buClr>
              <a:buSzPts val="2700"/>
              <a:buNone/>
              <a:defRPr>
                <a:solidFill>
                  <a:srgbClr val="FF7210"/>
                </a:solidFill>
              </a:defRPr>
            </a:lvl3pPr>
            <a:lvl4pPr lvl="3" algn="ctr" rtl="0">
              <a:spcBef>
                <a:spcPts val="0"/>
              </a:spcBef>
              <a:spcAft>
                <a:spcPts val="0"/>
              </a:spcAft>
              <a:buClr>
                <a:srgbClr val="FF7210"/>
              </a:buClr>
              <a:buSzPts val="2700"/>
              <a:buNone/>
              <a:defRPr>
                <a:solidFill>
                  <a:srgbClr val="FF7210"/>
                </a:solidFill>
              </a:defRPr>
            </a:lvl4pPr>
            <a:lvl5pPr lvl="4" algn="ctr" rtl="0">
              <a:spcBef>
                <a:spcPts val="0"/>
              </a:spcBef>
              <a:spcAft>
                <a:spcPts val="0"/>
              </a:spcAft>
              <a:buClr>
                <a:srgbClr val="FF7210"/>
              </a:buClr>
              <a:buSzPts val="2700"/>
              <a:buNone/>
              <a:defRPr>
                <a:solidFill>
                  <a:srgbClr val="FF7210"/>
                </a:solidFill>
              </a:defRPr>
            </a:lvl5pPr>
            <a:lvl6pPr lvl="5" algn="ctr" rtl="0">
              <a:spcBef>
                <a:spcPts val="0"/>
              </a:spcBef>
              <a:spcAft>
                <a:spcPts val="0"/>
              </a:spcAft>
              <a:buClr>
                <a:srgbClr val="FF7210"/>
              </a:buClr>
              <a:buSzPts val="2700"/>
              <a:buNone/>
              <a:defRPr>
                <a:solidFill>
                  <a:srgbClr val="FF7210"/>
                </a:solidFill>
              </a:defRPr>
            </a:lvl6pPr>
            <a:lvl7pPr lvl="6" algn="ctr" rtl="0">
              <a:spcBef>
                <a:spcPts val="0"/>
              </a:spcBef>
              <a:spcAft>
                <a:spcPts val="0"/>
              </a:spcAft>
              <a:buClr>
                <a:srgbClr val="FF7210"/>
              </a:buClr>
              <a:buSzPts val="2700"/>
              <a:buNone/>
              <a:defRPr>
                <a:solidFill>
                  <a:srgbClr val="FF7210"/>
                </a:solidFill>
              </a:defRPr>
            </a:lvl7pPr>
            <a:lvl8pPr lvl="7" algn="ctr" rtl="0">
              <a:spcBef>
                <a:spcPts val="0"/>
              </a:spcBef>
              <a:spcAft>
                <a:spcPts val="0"/>
              </a:spcAft>
              <a:buClr>
                <a:srgbClr val="FF7210"/>
              </a:buClr>
              <a:buSzPts val="2700"/>
              <a:buNone/>
              <a:defRPr>
                <a:solidFill>
                  <a:srgbClr val="FF7210"/>
                </a:solidFill>
              </a:defRPr>
            </a:lvl8pPr>
            <a:lvl9pPr lvl="8" algn="ctr" rtl="0">
              <a:spcBef>
                <a:spcPts val="0"/>
              </a:spcBef>
              <a:spcAft>
                <a:spcPts val="0"/>
              </a:spcAft>
              <a:buClr>
                <a:srgbClr val="FF7210"/>
              </a:buClr>
              <a:buSzPts val="2700"/>
              <a:buNone/>
              <a:defRPr>
                <a:solidFill>
                  <a:srgbClr val="FF7210"/>
                </a:solidFill>
              </a:defRPr>
            </a:lvl9pPr>
          </a:lstStyle>
          <a:p>
            <a:r>
              <a:t>xx%</a:t>
            </a:r>
          </a:p>
        </p:txBody>
      </p:sp>
      <p:sp>
        <p:nvSpPr>
          <p:cNvPr id="239" name="Google Shape;239;p15"/>
          <p:cNvSpPr txBox="1">
            <a:spLocks noGrp="1"/>
          </p:cNvSpPr>
          <p:nvPr>
            <p:ph type="title" idx="13" hasCustomPrompt="1"/>
          </p:nvPr>
        </p:nvSpPr>
        <p:spPr>
          <a:xfrm>
            <a:off x="799925" y="2966500"/>
            <a:ext cx="912000" cy="579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2700"/>
              <a:buNone/>
              <a:defRPr sz="4000">
                <a:solidFill>
                  <a:schemeClr val="accent2"/>
                </a:solidFill>
              </a:defRPr>
            </a:lvl1pPr>
            <a:lvl2pPr lvl="1" algn="ctr" rtl="0">
              <a:spcBef>
                <a:spcPts val="0"/>
              </a:spcBef>
              <a:spcAft>
                <a:spcPts val="0"/>
              </a:spcAft>
              <a:buClr>
                <a:srgbClr val="FF7210"/>
              </a:buClr>
              <a:buSzPts val="2700"/>
              <a:buNone/>
              <a:defRPr>
                <a:solidFill>
                  <a:srgbClr val="FF7210"/>
                </a:solidFill>
              </a:defRPr>
            </a:lvl2pPr>
            <a:lvl3pPr lvl="2" algn="ctr" rtl="0">
              <a:spcBef>
                <a:spcPts val="0"/>
              </a:spcBef>
              <a:spcAft>
                <a:spcPts val="0"/>
              </a:spcAft>
              <a:buClr>
                <a:srgbClr val="FF7210"/>
              </a:buClr>
              <a:buSzPts val="2700"/>
              <a:buNone/>
              <a:defRPr>
                <a:solidFill>
                  <a:srgbClr val="FF7210"/>
                </a:solidFill>
              </a:defRPr>
            </a:lvl3pPr>
            <a:lvl4pPr lvl="3" algn="ctr" rtl="0">
              <a:spcBef>
                <a:spcPts val="0"/>
              </a:spcBef>
              <a:spcAft>
                <a:spcPts val="0"/>
              </a:spcAft>
              <a:buClr>
                <a:srgbClr val="FF7210"/>
              </a:buClr>
              <a:buSzPts val="2700"/>
              <a:buNone/>
              <a:defRPr>
                <a:solidFill>
                  <a:srgbClr val="FF7210"/>
                </a:solidFill>
              </a:defRPr>
            </a:lvl4pPr>
            <a:lvl5pPr lvl="4" algn="ctr" rtl="0">
              <a:spcBef>
                <a:spcPts val="0"/>
              </a:spcBef>
              <a:spcAft>
                <a:spcPts val="0"/>
              </a:spcAft>
              <a:buClr>
                <a:srgbClr val="FF7210"/>
              </a:buClr>
              <a:buSzPts val="2700"/>
              <a:buNone/>
              <a:defRPr>
                <a:solidFill>
                  <a:srgbClr val="FF7210"/>
                </a:solidFill>
              </a:defRPr>
            </a:lvl5pPr>
            <a:lvl6pPr lvl="5" algn="ctr" rtl="0">
              <a:spcBef>
                <a:spcPts val="0"/>
              </a:spcBef>
              <a:spcAft>
                <a:spcPts val="0"/>
              </a:spcAft>
              <a:buClr>
                <a:srgbClr val="FF7210"/>
              </a:buClr>
              <a:buSzPts val="2700"/>
              <a:buNone/>
              <a:defRPr>
                <a:solidFill>
                  <a:srgbClr val="FF7210"/>
                </a:solidFill>
              </a:defRPr>
            </a:lvl6pPr>
            <a:lvl7pPr lvl="6" algn="ctr" rtl="0">
              <a:spcBef>
                <a:spcPts val="0"/>
              </a:spcBef>
              <a:spcAft>
                <a:spcPts val="0"/>
              </a:spcAft>
              <a:buClr>
                <a:srgbClr val="FF7210"/>
              </a:buClr>
              <a:buSzPts val="2700"/>
              <a:buNone/>
              <a:defRPr>
                <a:solidFill>
                  <a:srgbClr val="FF7210"/>
                </a:solidFill>
              </a:defRPr>
            </a:lvl7pPr>
            <a:lvl8pPr lvl="7" algn="ctr" rtl="0">
              <a:spcBef>
                <a:spcPts val="0"/>
              </a:spcBef>
              <a:spcAft>
                <a:spcPts val="0"/>
              </a:spcAft>
              <a:buClr>
                <a:srgbClr val="FF7210"/>
              </a:buClr>
              <a:buSzPts val="2700"/>
              <a:buNone/>
              <a:defRPr>
                <a:solidFill>
                  <a:srgbClr val="FF7210"/>
                </a:solidFill>
              </a:defRPr>
            </a:lvl8pPr>
            <a:lvl9pPr lvl="8" algn="ctr" rtl="0">
              <a:spcBef>
                <a:spcPts val="0"/>
              </a:spcBef>
              <a:spcAft>
                <a:spcPts val="0"/>
              </a:spcAft>
              <a:buClr>
                <a:srgbClr val="FF7210"/>
              </a:buClr>
              <a:buSzPts val="2700"/>
              <a:buNone/>
              <a:defRPr>
                <a:solidFill>
                  <a:srgbClr val="FF7210"/>
                </a:solidFill>
              </a:defRPr>
            </a:lvl9pPr>
          </a:lstStyle>
          <a:p>
            <a:r>
              <a:t>xx%</a:t>
            </a:r>
          </a:p>
        </p:txBody>
      </p:sp>
      <p:sp>
        <p:nvSpPr>
          <p:cNvPr id="240" name="Google Shape;240;p15"/>
          <p:cNvSpPr txBox="1">
            <a:spLocks noGrp="1"/>
          </p:cNvSpPr>
          <p:nvPr>
            <p:ph type="title" idx="14" hasCustomPrompt="1"/>
          </p:nvPr>
        </p:nvSpPr>
        <p:spPr>
          <a:xfrm>
            <a:off x="3402575" y="2966500"/>
            <a:ext cx="912000" cy="579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2700"/>
              <a:buNone/>
              <a:defRPr sz="4000">
                <a:solidFill>
                  <a:schemeClr val="accent2"/>
                </a:solidFill>
              </a:defRPr>
            </a:lvl1pPr>
            <a:lvl2pPr lvl="1" algn="ctr" rtl="0">
              <a:spcBef>
                <a:spcPts val="0"/>
              </a:spcBef>
              <a:spcAft>
                <a:spcPts val="0"/>
              </a:spcAft>
              <a:buClr>
                <a:srgbClr val="FF7210"/>
              </a:buClr>
              <a:buSzPts val="2700"/>
              <a:buNone/>
              <a:defRPr>
                <a:solidFill>
                  <a:srgbClr val="FF7210"/>
                </a:solidFill>
              </a:defRPr>
            </a:lvl2pPr>
            <a:lvl3pPr lvl="2" algn="ctr" rtl="0">
              <a:spcBef>
                <a:spcPts val="0"/>
              </a:spcBef>
              <a:spcAft>
                <a:spcPts val="0"/>
              </a:spcAft>
              <a:buClr>
                <a:srgbClr val="FF7210"/>
              </a:buClr>
              <a:buSzPts val="2700"/>
              <a:buNone/>
              <a:defRPr>
                <a:solidFill>
                  <a:srgbClr val="FF7210"/>
                </a:solidFill>
              </a:defRPr>
            </a:lvl3pPr>
            <a:lvl4pPr lvl="3" algn="ctr" rtl="0">
              <a:spcBef>
                <a:spcPts val="0"/>
              </a:spcBef>
              <a:spcAft>
                <a:spcPts val="0"/>
              </a:spcAft>
              <a:buClr>
                <a:srgbClr val="FF7210"/>
              </a:buClr>
              <a:buSzPts val="2700"/>
              <a:buNone/>
              <a:defRPr>
                <a:solidFill>
                  <a:srgbClr val="FF7210"/>
                </a:solidFill>
              </a:defRPr>
            </a:lvl4pPr>
            <a:lvl5pPr lvl="4" algn="ctr" rtl="0">
              <a:spcBef>
                <a:spcPts val="0"/>
              </a:spcBef>
              <a:spcAft>
                <a:spcPts val="0"/>
              </a:spcAft>
              <a:buClr>
                <a:srgbClr val="FF7210"/>
              </a:buClr>
              <a:buSzPts val="2700"/>
              <a:buNone/>
              <a:defRPr>
                <a:solidFill>
                  <a:srgbClr val="FF7210"/>
                </a:solidFill>
              </a:defRPr>
            </a:lvl5pPr>
            <a:lvl6pPr lvl="5" algn="ctr" rtl="0">
              <a:spcBef>
                <a:spcPts val="0"/>
              </a:spcBef>
              <a:spcAft>
                <a:spcPts val="0"/>
              </a:spcAft>
              <a:buClr>
                <a:srgbClr val="FF7210"/>
              </a:buClr>
              <a:buSzPts val="2700"/>
              <a:buNone/>
              <a:defRPr>
                <a:solidFill>
                  <a:srgbClr val="FF7210"/>
                </a:solidFill>
              </a:defRPr>
            </a:lvl6pPr>
            <a:lvl7pPr lvl="6" algn="ctr" rtl="0">
              <a:spcBef>
                <a:spcPts val="0"/>
              </a:spcBef>
              <a:spcAft>
                <a:spcPts val="0"/>
              </a:spcAft>
              <a:buClr>
                <a:srgbClr val="FF7210"/>
              </a:buClr>
              <a:buSzPts val="2700"/>
              <a:buNone/>
              <a:defRPr>
                <a:solidFill>
                  <a:srgbClr val="FF7210"/>
                </a:solidFill>
              </a:defRPr>
            </a:lvl7pPr>
            <a:lvl8pPr lvl="7" algn="ctr" rtl="0">
              <a:spcBef>
                <a:spcPts val="0"/>
              </a:spcBef>
              <a:spcAft>
                <a:spcPts val="0"/>
              </a:spcAft>
              <a:buClr>
                <a:srgbClr val="FF7210"/>
              </a:buClr>
              <a:buSzPts val="2700"/>
              <a:buNone/>
              <a:defRPr>
                <a:solidFill>
                  <a:srgbClr val="FF7210"/>
                </a:solidFill>
              </a:defRPr>
            </a:lvl8pPr>
            <a:lvl9pPr lvl="8" algn="ctr" rtl="0">
              <a:spcBef>
                <a:spcPts val="0"/>
              </a:spcBef>
              <a:spcAft>
                <a:spcPts val="0"/>
              </a:spcAft>
              <a:buClr>
                <a:srgbClr val="FF7210"/>
              </a:buClr>
              <a:buSzPts val="2700"/>
              <a:buNone/>
              <a:defRPr>
                <a:solidFill>
                  <a:srgbClr val="FF7210"/>
                </a:solidFill>
              </a:defRPr>
            </a:lvl9pPr>
          </a:lstStyle>
          <a:p>
            <a:r>
              <a:t>xx%</a:t>
            </a:r>
          </a:p>
        </p:txBody>
      </p:sp>
      <p:sp>
        <p:nvSpPr>
          <p:cNvPr id="241" name="Google Shape;241;p15"/>
          <p:cNvSpPr txBox="1">
            <a:spLocks noGrp="1"/>
          </p:cNvSpPr>
          <p:nvPr>
            <p:ph type="title" idx="15" hasCustomPrompt="1"/>
          </p:nvPr>
        </p:nvSpPr>
        <p:spPr>
          <a:xfrm>
            <a:off x="3402575" y="1135100"/>
            <a:ext cx="912000" cy="579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2700"/>
              <a:buNone/>
              <a:defRPr sz="4000">
                <a:solidFill>
                  <a:schemeClr val="accent2"/>
                </a:solidFill>
              </a:defRPr>
            </a:lvl1pPr>
            <a:lvl2pPr lvl="1" algn="ctr" rtl="0">
              <a:spcBef>
                <a:spcPts val="0"/>
              </a:spcBef>
              <a:spcAft>
                <a:spcPts val="0"/>
              </a:spcAft>
              <a:buClr>
                <a:srgbClr val="FF7210"/>
              </a:buClr>
              <a:buSzPts val="2700"/>
              <a:buNone/>
              <a:defRPr>
                <a:solidFill>
                  <a:srgbClr val="FF7210"/>
                </a:solidFill>
              </a:defRPr>
            </a:lvl2pPr>
            <a:lvl3pPr lvl="2" algn="ctr" rtl="0">
              <a:spcBef>
                <a:spcPts val="0"/>
              </a:spcBef>
              <a:spcAft>
                <a:spcPts val="0"/>
              </a:spcAft>
              <a:buClr>
                <a:srgbClr val="FF7210"/>
              </a:buClr>
              <a:buSzPts val="2700"/>
              <a:buNone/>
              <a:defRPr>
                <a:solidFill>
                  <a:srgbClr val="FF7210"/>
                </a:solidFill>
              </a:defRPr>
            </a:lvl3pPr>
            <a:lvl4pPr lvl="3" algn="ctr" rtl="0">
              <a:spcBef>
                <a:spcPts val="0"/>
              </a:spcBef>
              <a:spcAft>
                <a:spcPts val="0"/>
              </a:spcAft>
              <a:buClr>
                <a:srgbClr val="FF7210"/>
              </a:buClr>
              <a:buSzPts val="2700"/>
              <a:buNone/>
              <a:defRPr>
                <a:solidFill>
                  <a:srgbClr val="FF7210"/>
                </a:solidFill>
              </a:defRPr>
            </a:lvl4pPr>
            <a:lvl5pPr lvl="4" algn="ctr" rtl="0">
              <a:spcBef>
                <a:spcPts val="0"/>
              </a:spcBef>
              <a:spcAft>
                <a:spcPts val="0"/>
              </a:spcAft>
              <a:buClr>
                <a:srgbClr val="FF7210"/>
              </a:buClr>
              <a:buSzPts val="2700"/>
              <a:buNone/>
              <a:defRPr>
                <a:solidFill>
                  <a:srgbClr val="FF7210"/>
                </a:solidFill>
              </a:defRPr>
            </a:lvl5pPr>
            <a:lvl6pPr lvl="5" algn="ctr" rtl="0">
              <a:spcBef>
                <a:spcPts val="0"/>
              </a:spcBef>
              <a:spcAft>
                <a:spcPts val="0"/>
              </a:spcAft>
              <a:buClr>
                <a:srgbClr val="FF7210"/>
              </a:buClr>
              <a:buSzPts val="2700"/>
              <a:buNone/>
              <a:defRPr>
                <a:solidFill>
                  <a:srgbClr val="FF7210"/>
                </a:solidFill>
              </a:defRPr>
            </a:lvl6pPr>
            <a:lvl7pPr lvl="6" algn="ctr" rtl="0">
              <a:spcBef>
                <a:spcPts val="0"/>
              </a:spcBef>
              <a:spcAft>
                <a:spcPts val="0"/>
              </a:spcAft>
              <a:buClr>
                <a:srgbClr val="FF7210"/>
              </a:buClr>
              <a:buSzPts val="2700"/>
              <a:buNone/>
              <a:defRPr>
                <a:solidFill>
                  <a:srgbClr val="FF7210"/>
                </a:solidFill>
              </a:defRPr>
            </a:lvl7pPr>
            <a:lvl8pPr lvl="7" algn="ctr" rtl="0">
              <a:spcBef>
                <a:spcPts val="0"/>
              </a:spcBef>
              <a:spcAft>
                <a:spcPts val="0"/>
              </a:spcAft>
              <a:buClr>
                <a:srgbClr val="FF7210"/>
              </a:buClr>
              <a:buSzPts val="2700"/>
              <a:buNone/>
              <a:defRPr>
                <a:solidFill>
                  <a:srgbClr val="FF7210"/>
                </a:solidFill>
              </a:defRPr>
            </a:lvl8pPr>
            <a:lvl9pPr lvl="8" algn="ctr" rtl="0">
              <a:spcBef>
                <a:spcPts val="0"/>
              </a:spcBef>
              <a:spcAft>
                <a:spcPts val="0"/>
              </a:spcAft>
              <a:buClr>
                <a:srgbClr val="FF7210"/>
              </a:buClr>
              <a:buSzPts val="2700"/>
              <a:buNone/>
              <a:defRPr>
                <a:solidFill>
                  <a:srgbClr val="FF7210"/>
                </a:solidFill>
              </a:defRPr>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mp; three columns ">
  <p:cSld name="CUSTOM">
    <p:spTree>
      <p:nvGrpSpPr>
        <p:cNvPr id="1" name="Shape 242"/>
        <p:cNvGrpSpPr/>
        <p:nvPr/>
      </p:nvGrpSpPr>
      <p:grpSpPr>
        <a:xfrm>
          <a:off x="0" y="0"/>
          <a:ext cx="0" cy="0"/>
          <a:chOff x="0" y="0"/>
          <a:chExt cx="0" cy="0"/>
        </a:xfrm>
      </p:grpSpPr>
      <p:sp>
        <p:nvSpPr>
          <p:cNvPr id="243" name="Google Shape;243;p16"/>
          <p:cNvSpPr txBox="1">
            <a:spLocks noGrp="1"/>
          </p:cNvSpPr>
          <p:nvPr>
            <p:ph type="title"/>
          </p:nvPr>
        </p:nvSpPr>
        <p:spPr>
          <a:xfrm>
            <a:off x="1074150" y="384049"/>
            <a:ext cx="6995700" cy="646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2700">
                <a:solidFill>
                  <a:schemeClr val="accent5"/>
                </a:solidFill>
              </a:defRPr>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244" name="Google Shape;244;p16"/>
          <p:cNvSpPr txBox="1">
            <a:spLocks noGrp="1"/>
          </p:cNvSpPr>
          <p:nvPr>
            <p:ph type="subTitle" idx="1"/>
          </p:nvPr>
        </p:nvSpPr>
        <p:spPr>
          <a:xfrm>
            <a:off x="597825" y="3108455"/>
            <a:ext cx="2477100" cy="1028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245" name="Google Shape;245;p16"/>
          <p:cNvSpPr txBox="1">
            <a:spLocks noGrp="1"/>
          </p:cNvSpPr>
          <p:nvPr>
            <p:ph type="subTitle" idx="2"/>
          </p:nvPr>
        </p:nvSpPr>
        <p:spPr>
          <a:xfrm>
            <a:off x="3333450" y="3108450"/>
            <a:ext cx="2477100" cy="1028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246" name="Google Shape;246;p16"/>
          <p:cNvSpPr txBox="1">
            <a:spLocks noGrp="1"/>
          </p:cNvSpPr>
          <p:nvPr>
            <p:ph type="subTitle" idx="3"/>
          </p:nvPr>
        </p:nvSpPr>
        <p:spPr>
          <a:xfrm>
            <a:off x="6069150" y="3108450"/>
            <a:ext cx="2477100" cy="1028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grpSp>
        <p:nvGrpSpPr>
          <p:cNvPr id="247" name="Google Shape;247;p16"/>
          <p:cNvGrpSpPr/>
          <p:nvPr/>
        </p:nvGrpSpPr>
        <p:grpSpPr>
          <a:xfrm>
            <a:off x="8316942" y="-441266"/>
            <a:ext cx="1717686" cy="1718100"/>
            <a:chOff x="1347125" y="349025"/>
            <a:chExt cx="4978800" cy="4980000"/>
          </a:xfrm>
        </p:grpSpPr>
        <p:sp>
          <p:nvSpPr>
            <p:cNvPr id="248" name="Google Shape;248;p16"/>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6"/>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6"/>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6"/>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6"/>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6"/>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6"/>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6"/>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6"/>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6"/>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6"/>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6"/>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6"/>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6"/>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6"/>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6"/>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6"/>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6"/>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6"/>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6"/>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6"/>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 name="Google Shape;270;p16"/>
          <p:cNvSpPr/>
          <p:nvPr/>
        </p:nvSpPr>
        <p:spPr>
          <a:xfrm rot="-6727045">
            <a:off x="-2273384" y="4055761"/>
            <a:ext cx="3172076" cy="4788701"/>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6"/>
          <p:cNvSpPr/>
          <p:nvPr/>
        </p:nvSpPr>
        <p:spPr>
          <a:xfrm>
            <a:off x="1189550" y="4780250"/>
            <a:ext cx="251100" cy="2511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6"/>
          <p:cNvSpPr txBox="1">
            <a:spLocks noGrp="1"/>
          </p:cNvSpPr>
          <p:nvPr>
            <p:ph type="subTitle" idx="4"/>
          </p:nvPr>
        </p:nvSpPr>
        <p:spPr>
          <a:xfrm>
            <a:off x="613200" y="2773868"/>
            <a:ext cx="24462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273" name="Google Shape;273;p16"/>
          <p:cNvSpPr txBox="1">
            <a:spLocks noGrp="1"/>
          </p:cNvSpPr>
          <p:nvPr>
            <p:ph type="subTitle" idx="5"/>
          </p:nvPr>
        </p:nvSpPr>
        <p:spPr>
          <a:xfrm>
            <a:off x="3348900" y="2773868"/>
            <a:ext cx="24462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274" name="Google Shape;274;p16"/>
          <p:cNvSpPr txBox="1">
            <a:spLocks noGrp="1"/>
          </p:cNvSpPr>
          <p:nvPr>
            <p:ph type="subTitle" idx="6"/>
          </p:nvPr>
        </p:nvSpPr>
        <p:spPr>
          <a:xfrm>
            <a:off x="6084575" y="2773868"/>
            <a:ext cx="24462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mp; text">
  <p:cSld name="CUSTOM_1">
    <p:spTree>
      <p:nvGrpSpPr>
        <p:cNvPr id="1" name="Shape 275"/>
        <p:cNvGrpSpPr/>
        <p:nvPr/>
      </p:nvGrpSpPr>
      <p:grpSpPr>
        <a:xfrm>
          <a:off x="0" y="0"/>
          <a:ext cx="0" cy="0"/>
          <a:chOff x="0" y="0"/>
          <a:chExt cx="0" cy="0"/>
        </a:xfrm>
      </p:grpSpPr>
      <p:sp>
        <p:nvSpPr>
          <p:cNvPr id="276" name="Google Shape;276;p17"/>
          <p:cNvSpPr/>
          <p:nvPr/>
        </p:nvSpPr>
        <p:spPr>
          <a:xfrm flipH="1">
            <a:off x="-6" y="0"/>
            <a:ext cx="3526656" cy="5143537"/>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7"/>
          <p:cNvSpPr txBox="1">
            <a:spLocks noGrp="1"/>
          </p:cNvSpPr>
          <p:nvPr>
            <p:ph type="title"/>
          </p:nvPr>
        </p:nvSpPr>
        <p:spPr>
          <a:xfrm>
            <a:off x="5075700" y="1211551"/>
            <a:ext cx="3348300" cy="13080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a:solidFill>
                  <a:schemeClr val="accent5"/>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278" name="Google Shape;278;p17"/>
          <p:cNvSpPr txBox="1">
            <a:spLocks noGrp="1"/>
          </p:cNvSpPr>
          <p:nvPr>
            <p:ph type="subTitle" idx="1"/>
          </p:nvPr>
        </p:nvSpPr>
        <p:spPr>
          <a:xfrm>
            <a:off x="5075700" y="2519550"/>
            <a:ext cx="3040800" cy="77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Image">
  <p:cSld name="CUSTOM_2">
    <p:spTree>
      <p:nvGrpSpPr>
        <p:cNvPr id="1" name="Shape 279"/>
        <p:cNvGrpSpPr/>
        <p:nvPr/>
      </p:nvGrpSpPr>
      <p:grpSpPr>
        <a:xfrm>
          <a:off x="0" y="0"/>
          <a:ext cx="0" cy="0"/>
          <a:chOff x="0" y="0"/>
          <a:chExt cx="0" cy="0"/>
        </a:xfrm>
      </p:grpSpPr>
      <p:sp>
        <p:nvSpPr>
          <p:cNvPr id="280" name="Google Shape;280;p18"/>
          <p:cNvSpPr txBox="1">
            <a:spLocks noGrp="1"/>
          </p:cNvSpPr>
          <p:nvPr>
            <p:ph type="title"/>
          </p:nvPr>
        </p:nvSpPr>
        <p:spPr>
          <a:xfrm>
            <a:off x="5222700" y="3172350"/>
            <a:ext cx="3201300" cy="1017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BBC1"/>
              </a:buClr>
              <a:buSzPts val="2700"/>
              <a:buNone/>
              <a:defRPr sz="2700">
                <a:solidFill>
                  <a:schemeClr val="accent5"/>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ly title 2">
  <p:cSld name="CUSTOM_3">
    <p:spTree>
      <p:nvGrpSpPr>
        <p:cNvPr id="1" name="Shape 281"/>
        <p:cNvGrpSpPr/>
        <p:nvPr/>
      </p:nvGrpSpPr>
      <p:grpSpPr>
        <a:xfrm>
          <a:off x="0" y="0"/>
          <a:ext cx="0" cy="0"/>
          <a:chOff x="0" y="0"/>
          <a:chExt cx="0" cy="0"/>
        </a:xfrm>
      </p:grpSpPr>
      <p:grpSp>
        <p:nvGrpSpPr>
          <p:cNvPr id="282" name="Google Shape;282;p19"/>
          <p:cNvGrpSpPr/>
          <p:nvPr/>
        </p:nvGrpSpPr>
        <p:grpSpPr>
          <a:xfrm>
            <a:off x="-40261" y="-268502"/>
            <a:ext cx="760263" cy="760446"/>
            <a:chOff x="1347125" y="349025"/>
            <a:chExt cx="4978800" cy="4980000"/>
          </a:xfrm>
        </p:grpSpPr>
        <p:sp>
          <p:nvSpPr>
            <p:cNvPr id="283" name="Google Shape;283;p19"/>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9"/>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9"/>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9"/>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9"/>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5" name="Google Shape;305;p19"/>
          <p:cNvSpPr/>
          <p:nvPr/>
        </p:nvSpPr>
        <p:spPr>
          <a:xfrm>
            <a:off x="-259370" y="235628"/>
            <a:ext cx="972600" cy="972600"/>
          </a:xfrm>
          <a:prstGeom prst="donut">
            <a:avLst>
              <a:gd name="adj" fmla="val 17842"/>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txBox="1">
            <a:spLocks noGrp="1"/>
          </p:cNvSpPr>
          <p:nvPr>
            <p:ph type="title"/>
          </p:nvPr>
        </p:nvSpPr>
        <p:spPr>
          <a:xfrm>
            <a:off x="1074150" y="384048"/>
            <a:ext cx="6995700" cy="566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2700">
                <a:solidFill>
                  <a:schemeClr val="accent5"/>
                </a:solidFill>
                <a:latin typeface="Helvetica Neue"/>
                <a:ea typeface="Helvetica Neue"/>
                <a:cs typeface="Helvetica Neue"/>
                <a:sym typeface="Helvetica Neue"/>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grpSp>
        <p:nvGrpSpPr>
          <p:cNvPr id="307" name="Google Shape;307;p19"/>
          <p:cNvGrpSpPr/>
          <p:nvPr/>
        </p:nvGrpSpPr>
        <p:grpSpPr>
          <a:xfrm>
            <a:off x="8069842" y="4006534"/>
            <a:ext cx="1717686" cy="1718100"/>
            <a:chOff x="1347125" y="349025"/>
            <a:chExt cx="4978800" cy="4980000"/>
          </a:xfrm>
        </p:grpSpPr>
        <p:sp>
          <p:nvSpPr>
            <p:cNvPr id="308" name="Google Shape;308;p19"/>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9"/>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9"/>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9"/>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9"/>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9"/>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9"/>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0" name="Google Shape;330;p19"/>
          <p:cNvSpPr/>
          <p:nvPr/>
        </p:nvSpPr>
        <p:spPr>
          <a:xfrm>
            <a:off x="8742075" y="3856500"/>
            <a:ext cx="258300" cy="2583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a:off x="600625" y="459550"/>
            <a:ext cx="159900" cy="159900"/>
          </a:xfrm>
          <a:prstGeom prst="ellipse">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ly title 3">
  <p:cSld name="CUSTOM_4">
    <p:spTree>
      <p:nvGrpSpPr>
        <p:cNvPr id="1" name="Shape 332"/>
        <p:cNvGrpSpPr/>
        <p:nvPr/>
      </p:nvGrpSpPr>
      <p:grpSpPr>
        <a:xfrm>
          <a:off x="0" y="0"/>
          <a:ext cx="0" cy="0"/>
          <a:chOff x="0" y="0"/>
          <a:chExt cx="0" cy="0"/>
        </a:xfrm>
      </p:grpSpPr>
      <p:sp>
        <p:nvSpPr>
          <p:cNvPr id="333" name="Google Shape;333;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GB"/>
              <a:t>‹#›</a:t>
            </a:fld>
            <a:endParaRPr lang="en-GB"/>
          </a:p>
        </p:txBody>
      </p:sp>
      <p:grpSp>
        <p:nvGrpSpPr>
          <p:cNvPr id="334" name="Google Shape;334;p20"/>
          <p:cNvGrpSpPr/>
          <p:nvPr/>
        </p:nvGrpSpPr>
        <p:grpSpPr>
          <a:xfrm>
            <a:off x="7969792" y="3804684"/>
            <a:ext cx="1717686" cy="1718100"/>
            <a:chOff x="1347125" y="349025"/>
            <a:chExt cx="4978800" cy="4980000"/>
          </a:xfrm>
        </p:grpSpPr>
        <p:sp>
          <p:nvSpPr>
            <p:cNvPr id="335" name="Google Shape;335;p2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 name="Google Shape;357;p20"/>
          <p:cNvGrpSpPr/>
          <p:nvPr/>
        </p:nvGrpSpPr>
        <p:grpSpPr>
          <a:xfrm>
            <a:off x="-40261" y="-268502"/>
            <a:ext cx="760263" cy="760446"/>
            <a:chOff x="1347125" y="349025"/>
            <a:chExt cx="4978800" cy="4980000"/>
          </a:xfrm>
        </p:grpSpPr>
        <p:sp>
          <p:nvSpPr>
            <p:cNvPr id="358" name="Google Shape;358;p2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0" name="Google Shape;380;p20"/>
          <p:cNvSpPr/>
          <p:nvPr/>
        </p:nvSpPr>
        <p:spPr>
          <a:xfrm>
            <a:off x="8642025" y="3654650"/>
            <a:ext cx="258300" cy="2583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0"/>
          <p:cNvSpPr/>
          <p:nvPr/>
        </p:nvSpPr>
        <p:spPr>
          <a:xfrm>
            <a:off x="140600" y="380100"/>
            <a:ext cx="159900" cy="159900"/>
          </a:xfrm>
          <a:prstGeom prst="ellipse">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0"/>
          <p:cNvSpPr/>
          <p:nvPr/>
        </p:nvSpPr>
        <p:spPr>
          <a:xfrm>
            <a:off x="7626000" y="4120650"/>
            <a:ext cx="798000" cy="7980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0"/>
          <p:cNvSpPr txBox="1">
            <a:spLocks noGrp="1"/>
          </p:cNvSpPr>
          <p:nvPr>
            <p:ph type="title"/>
          </p:nvPr>
        </p:nvSpPr>
        <p:spPr>
          <a:xfrm>
            <a:off x="1074150" y="384048"/>
            <a:ext cx="6995700" cy="43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2700">
                <a:solidFill>
                  <a:schemeClr val="accent5"/>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mp; text">
  <p:cSld name="CUSTOM_5">
    <p:bg>
      <p:bgPr>
        <a:solidFill>
          <a:schemeClr val="accent1"/>
        </a:solidFill>
        <a:effectLst/>
      </p:bgPr>
    </p:bg>
    <p:spTree>
      <p:nvGrpSpPr>
        <p:cNvPr id="1" name="Shape 384"/>
        <p:cNvGrpSpPr/>
        <p:nvPr/>
      </p:nvGrpSpPr>
      <p:grpSpPr>
        <a:xfrm>
          <a:off x="0" y="0"/>
          <a:ext cx="0" cy="0"/>
          <a:chOff x="0" y="0"/>
          <a:chExt cx="0" cy="0"/>
        </a:xfrm>
      </p:grpSpPr>
      <p:sp>
        <p:nvSpPr>
          <p:cNvPr id="385" name="Google Shape;385;p21"/>
          <p:cNvSpPr txBox="1">
            <a:spLocks noGrp="1"/>
          </p:cNvSpPr>
          <p:nvPr>
            <p:ph type="title" hasCustomPrompt="1"/>
          </p:nvPr>
        </p:nvSpPr>
        <p:spPr>
          <a:xfrm>
            <a:off x="311700" y="2112838"/>
            <a:ext cx="8520600" cy="636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4000">
                <a:solidFill>
                  <a:schemeClr val="lt2"/>
                </a:solidFill>
              </a:defRPr>
            </a:lvl1pPr>
            <a:lvl2pPr lvl="1" algn="ctr" rtl="0">
              <a:spcBef>
                <a:spcPts val="0"/>
              </a:spcBef>
              <a:spcAft>
                <a:spcPts val="0"/>
              </a:spcAft>
              <a:buClr>
                <a:srgbClr val="F0F7ED"/>
              </a:buClr>
              <a:buSzPts val="2700"/>
              <a:buNone/>
              <a:defRPr sz="2700">
                <a:solidFill>
                  <a:srgbClr val="F0F7ED"/>
                </a:solidFill>
              </a:defRPr>
            </a:lvl2pPr>
            <a:lvl3pPr lvl="2" algn="ctr" rtl="0">
              <a:spcBef>
                <a:spcPts val="0"/>
              </a:spcBef>
              <a:spcAft>
                <a:spcPts val="0"/>
              </a:spcAft>
              <a:buClr>
                <a:srgbClr val="F0F7ED"/>
              </a:buClr>
              <a:buSzPts val="2700"/>
              <a:buNone/>
              <a:defRPr sz="2700">
                <a:solidFill>
                  <a:srgbClr val="F0F7ED"/>
                </a:solidFill>
              </a:defRPr>
            </a:lvl3pPr>
            <a:lvl4pPr lvl="3" algn="ctr" rtl="0">
              <a:spcBef>
                <a:spcPts val="0"/>
              </a:spcBef>
              <a:spcAft>
                <a:spcPts val="0"/>
              </a:spcAft>
              <a:buClr>
                <a:srgbClr val="F0F7ED"/>
              </a:buClr>
              <a:buSzPts val="2700"/>
              <a:buNone/>
              <a:defRPr sz="2700">
                <a:solidFill>
                  <a:srgbClr val="F0F7ED"/>
                </a:solidFill>
              </a:defRPr>
            </a:lvl4pPr>
            <a:lvl5pPr lvl="4" algn="ctr" rtl="0">
              <a:spcBef>
                <a:spcPts val="0"/>
              </a:spcBef>
              <a:spcAft>
                <a:spcPts val="0"/>
              </a:spcAft>
              <a:buClr>
                <a:srgbClr val="F0F7ED"/>
              </a:buClr>
              <a:buSzPts val="2700"/>
              <a:buNone/>
              <a:defRPr sz="2700">
                <a:solidFill>
                  <a:srgbClr val="F0F7ED"/>
                </a:solidFill>
              </a:defRPr>
            </a:lvl5pPr>
            <a:lvl6pPr lvl="5" algn="ctr" rtl="0">
              <a:spcBef>
                <a:spcPts val="0"/>
              </a:spcBef>
              <a:spcAft>
                <a:spcPts val="0"/>
              </a:spcAft>
              <a:buClr>
                <a:srgbClr val="F0F7ED"/>
              </a:buClr>
              <a:buSzPts val="2700"/>
              <a:buNone/>
              <a:defRPr sz="2700">
                <a:solidFill>
                  <a:srgbClr val="F0F7ED"/>
                </a:solidFill>
              </a:defRPr>
            </a:lvl6pPr>
            <a:lvl7pPr lvl="6" algn="ctr" rtl="0">
              <a:spcBef>
                <a:spcPts val="0"/>
              </a:spcBef>
              <a:spcAft>
                <a:spcPts val="0"/>
              </a:spcAft>
              <a:buClr>
                <a:srgbClr val="F0F7ED"/>
              </a:buClr>
              <a:buSzPts val="2700"/>
              <a:buNone/>
              <a:defRPr sz="2700">
                <a:solidFill>
                  <a:srgbClr val="F0F7ED"/>
                </a:solidFill>
              </a:defRPr>
            </a:lvl7pPr>
            <a:lvl8pPr lvl="7" algn="ctr" rtl="0">
              <a:spcBef>
                <a:spcPts val="0"/>
              </a:spcBef>
              <a:spcAft>
                <a:spcPts val="0"/>
              </a:spcAft>
              <a:buClr>
                <a:srgbClr val="F0F7ED"/>
              </a:buClr>
              <a:buSzPts val="2700"/>
              <a:buNone/>
              <a:defRPr sz="2700">
                <a:solidFill>
                  <a:srgbClr val="F0F7ED"/>
                </a:solidFill>
              </a:defRPr>
            </a:lvl8pPr>
            <a:lvl9pPr lvl="8" algn="ctr" rtl="0">
              <a:spcBef>
                <a:spcPts val="0"/>
              </a:spcBef>
              <a:spcAft>
                <a:spcPts val="0"/>
              </a:spcAft>
              <a:buClr>
                <a:srgbClr val="F0F7ED"/>
              </a:buClr>
              <a:buSzPts val="2700"/>
              <a:buNone/>
              <a:defRPr sz="2700">
                <a:solidFill>
                  <a:srgbClr val="F0F7ED"/>
                </a:solidFill>
              </a:defRPr>
            </a:lvl9pPr>
          </a:lstStyle>
          <a:p>
            <a:r>
              <a:t>xx%</a:t>
            </a:r>
          </a:p>
        </p:txBody>
      </p:sp>
      <p:sp>
        <p:nvSpPr>
          <p:cNvPr id="386" name="Google Shape;386;p21"/>
          <p:cNvSpPr txBox="1">
            <a:spLocks noGrp="1"/>
          </p:cNvSpPr>
          <p:nvPr>
            <p:ph type="subTitle" idx="1"/>
          </p:nvPr>
        </p:nvSpPr>
        <p:spPr>
          <a:xfrm>
            <a:off x="2341500" y="2637063"/>
            <a:ext cx="4461000" cy="3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400">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87" name="Google Shape;387;p21"/>
          <p:cNvSpPr txBox="1">
            <a:spLocks noGrp="1"/>
          </p:cNvSpPr>
          <p:nvPr>
            <p:ph type="title" idx="2" hasCustomPrompt="1"/>
          </p:nvPr>
        </p:nvSpPr>
        <p:spPr>
          <a:xfrm>
            <a:off x="311700" y="1007713"/>
            <a:ext cx="8520600" cy="636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4000">
                <a:solidFill>
                  <a:schemeClr val="lt2"/>
                </a:solidFill>
              </a:defRPr>
            </a:lvl1pPr>
            <a:lvl2pPr lvl="1" algn="ctr" rtl="0">
              <a:spcBef>
                <a:spcPts val="0"/>
              </a:spcBef>
              <a:spcAft>
                <a:spcPts val="0"/>
              </a:spcAft>
              <a:buClr>
                <a:srgbClr val="F0F7ED"/>
              </a:buClr>
              <a:buSzPts val="2700"/>
              <a:buNone/>
              <a:defRPr sz="2700">
                <a:solidFill>
                  <a:srgbClr val="F0F7ED"/>
                </a:solidFill>
              </a:defRPr>
            </a:lvl2pPr>
            <a:lvl3pPr lvl="2" algn="ctr" rtl="0">
              <a:spcBef>
                <a:spcPts val="0"/>
              </a:spcBef>
              <a:spcAft>
                <a:spcPts val="0"/>
              </a:spcAft>
              <a:buClr>
                <a:srgbClr val="F0F7ED"/>
              </a:buClr>
              <a:buSzPts val="2700"/>
              <a:buNone/>
              <a:defRPr sz="2700">
                <a:solidFill>
                  <a:srgbClr val="F0F7ED"/>
                </a:solidFill>
              </a:defRPr>
            </a:lvl3pPr>
            <a:lvl4pPr lvl="3" algn="ctr" rtl="0">
              <a:spcBef>
                <a:spcPts val="0"/>
              </a:spcBef>
              <a:spcAft>
                <a:spcPts val="0"/>
              </a:spcAft>
              <a:buClr>
                <a:srgbClr val="F0F7ED"/>
              </a:buClr>
              <a:buSzPts val="2700"/>
              <a:buNone/>
              <a:defRPr sz="2700">
                <a:solidFill>
                  <a:srgbClr val="F0F7ED"/>
                </a:solidFill>
              </a:defRPr>
            </a:lvl4pPr>
            <a:lvl5pPr lvl="4" algn="ctr" rtl="0">
              <a:spcBef>
                <a:spcPts val="0"/>
              </a:spcBef>
              <a:spcAft>
                <a:spcPts val="0"/>
              </a:spcAft>
              <a:buClr>
                <a:srgbClr val="F0F7ED"/>
              </a:buClr>
              <a:buSzPts val="2700"/>
              <a:buNone/>
              <a:defRPr sz="2700">
                <a:solidFill>
                  <a:srgbClr val="F0F7ED"/>
                </a:solidFill>
              </a:defRPr>
            </a:lvl5pPr>
            <a:lvl6pPr lvl="5" algn="ctr" rtl="0">
              <a:spcBef>
                <a:spcPts val="0"/>
              </a:spcBef>
              <a:spcAft>
                <a:spcPts val="0"/>
              </a:spcAft>
              <a:buClr>
                <a:srgbClr val="F0F7ED"/>
              </a:buClr>
              <a:buSzPts val="2700"/>
              <a:buNone/>
              <a:defRPr sz="2700">
                <a:solidFill>
                  <a:srgbClr val="F0F7ED"/>
                </a:solidFill>
              </a:defRPr>
            </a:lvl6pPr>
            <a:lvl7pPr lvl="6" algn="ctr" rtl="0">
              <a:spcBef>
                <a:spcPts val="0"/>
              </a:spcBef>
              <a:spcAft>
                <a:spcPts val="0"/>
              </a:spcAft>
              <a:buClr>
                <a:srgbClr val="F0F7ED"/>
              </a:buClr>
              <a:buSzPts val="2700"/>
              <a:buNone/>
              <a:defRPr sz="2700">
                <a:solidFill>
                  <a:srgbClr val="F0F7ED"/>
                </a:solidFill>
              </a:defRPr>
            </a:lvl7pPr>
            <a:lvl8pPr lvl="7" algn="ctr" rtl="0">
              <a:spcBef>
                <a:spcPts val="0"/>
              </a:spcBef>
              <a:spcAft>
                <a:spcPts val="0"/>
              </a:spcAft>
              <a:buClr>
                <a:srgbClr val="F0F7ED"/>
              </a:buClr>
              <a:buSzPts val="2700"/>
              <a:buNone/>
              <a:defRPr sz="2700">
                <a:solidFill>
                  <a:srgbClr val="F0F7ED"/>
                </a:solidFill>
              </a:defRPr>
            </a:lvl8pPr>
            <a:lvl9pPr lvl="8" algn="ctr" rtl="0">
              <a:spcBef>
                <a:spcPts val="0"/>
              </a:spcBef>
              <a:spcAft>
                <a:spcPts val="0"/>
              </a:spcAft>
              <a:buClr>
                <a:srgbClr val="F0F7ED"/>
              </a:buClr>
              <a:buSzPts val="2700"/>
              <a:buNone/>
              <a:defRPr sz="2700">
                <a:solidFill>
                  <a:srgbClr val="F0F7ED"/>
                </a:solidFill>
              </a:defRPr>
            </a:lvl9pPr>
          </a:lstStyle>
          <a:p>
            <a:r>
              <a:t>xx%</a:t>
            </a:r>
          </a:p>
        </p:txBody>
      </p:sp>
      <p:sp>
        <p:nvSpPr>
          <p:cNvPr id="388" name="Google Shape;388;p21"/>
          <p:cNvSpPr txBox="1">
            <a:spLocks noGrp="1"/>
          </p:cNvSpPr>
          <p:nvPr>
            <p:ph type="subTitle" idx="3"/>
          </p:nvPr>
        </p:nvSpPr>
        <p:spPr>
          <a:xfrm>
            <a:off x="2341500" y="1531938"/>
            <a:ext cx="4461000" cy="3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400">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89" name="Google Shape;389;p21"/>
          <p:cNvSpPr txBox="1">
            <a:spLocks noGrp="1"/>
          </p:cNvSpPr>
          <p:nvPr>
            <p:ph type="title" idx="4" hasCustomPrompt="1"/>
          </p:nvPr>
        </p:nvSpPr>
        <p:spPr>
          <a:xfrm>
            <a:off x="311700" y="3217963"/>
            <a:ext cx="8520600" cy="636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4000">
                <a:solidFill>
                  <a:schemeClr val="lt2"/>
                </a:solidFill>
              </a:defRPr>
            </a:lvl1pPr>
            <a:lvl2pPr lvl="1" algn="ctr" rtl="0">
              <a:spcBef>
                <a:spcPts val="0"/>
              </a:spcBef>
              <a:spcAft>
                <a:spcPts val="0"/>
              </a:spcAft>
              <a:buClr>
                <a:srgbClr val="F0F7ED"/>
              </a:buClr>
              <a:buSzPts val="2700"/>
              <a:buNone/>
              <a:defRPr sz="2700">
                <a:solidFill>
                  <a:srgbClr val="F0F7ED"/>
                </a:solidFill>
              </a:defRPr>
            </a:lvl2pPr>
            <a:lvl3pPr lvl="2" algn="ctr" rtl="0">
              <a:spcBef>
                <a:spcPts val="0"/>
              </a:spcBef>
              <a:spcAft>
                <a:spcPts val="0"/>
              </a:spcAft>
              <a:buClr>
                <a:srgbClr val="F0F7ED"/>
              </a:buClr>
              <a:buSzPts val="2700"/>
              <a:buNone/>
              <a:defRPr sz="2700">
                <a:solidFill>
                  <a:srgbClr val="F0F7ED"/>
                </a:solidFill>
              </a:defRPr>
            </a:lvl3pPr>
            <a:lvl4pPr lvl="3" algn="ctr" rtl="0">
              <a:spcBef>
                <a:spcPts val="0"/>
              </a:spcBef>
              <a:spcAft>
                <a:spcPts val="0"/>
              </a:spcAft>
              <a:buClr>
                <a:srgbClr val="F0F7ED"/>
              </a:buClr>
              <a:buSzPts val="2700"/>
              <a:buNone/>
              <a:defRPr sz="2700">
                <a:solidFill>
                  <a:srgbClr val="F0F7ED"/>
                </a:solidFill>
              </a:defRPr>
            </a:lvl4pPr>
            <a:lvl5pPr lvl="4" algn="ctr" rtl="0">
              <a:spcBef>
                <a:spcPts val="0"/>
              </a:spcBef>
              <a:spcAft>
                <a:spcPts val="0"/>
              </a:spcAft>
              <a:buClr>
                <a:srgbClr val="F0F7ED"/>
              </a:buClr>
              <a:buSzPts val="2700"/>
              <a:buNone/>
              <a:defRPr sz="2700">
                <a:solidFill>
                  <a:srgbClr val="F0F7ED"/>
                </a:solidFill>
              </a:defRPr>
            </a:lvl5pPr>
            <a:lvl6pPr lvl="5" algn="ctr" rtl="0">
              <a:spcBef>
                <a:spcPts val="0"/>
              </a:spcBef>
              <a:spcAft>
                <a:spcPts val="0"/>
              </a:spcAft>
              <a:buClr>
                <a:srgbClr val="F0F7ED"/>
              </a:buClr>
              <a:buSzPts val="2700"/>
              <a:buNone/>
              <a:defRPr sz="2700">
                <a:solidFill>
                  <a:srgbClr val="F0F7ED"/>
                </a:solidFill>
              </a:defRPr>
            </a:lvl6pPr>
            <a:lvl7pPr lvl="6" algn="ctr" rtl="0">
              <a:spcBef>
                <a:spcPts val="0"/>
              </a:spcBef>
              <a:spcAft>
                <a:spcPts val="0"/>
              </a:spcAft>
              <a:buClr>
                <a:srgbClr val="F0F7ED"/>
              </a:buClr>
              <a:buSzPts val="2700"/>
              <a:buNone/>
              <a:defRPr sz="2700">
                <a:solidFill>
                  <a:srgbClr val="F0F7ED"/>
                </a:solidFill>
              </a:defRPr>
            </a:lvl7pPr>
            <a:lvl8pPr lvl="7" algn="ctr" rtl="0">
              <a:spcBef>
                <a:spcPts val="0"/>
              </a:spcBef>
              <a:spcAft>
                <a:spcPts val="0"/>
              </a:spcAft>
              <a:buClr>
                <a:srgbClr val="F0F7ED"/>
              </a:buClr>
              <a:buSzPts val="2700"/>
              <a:buNone/>
              <a:defRPr sz="2700">
                <a:solidFill>
                  <a:srgbClr val="F0F7ED"/>
                </a:solidFill>
              </a:defRPr>
            </a:lvl8pPr>
            <a:lvl9pPr lvl="8" algn="ctr" rtl="0">
              <a:spcBef>
                <a:spcPts val="0"/>
              </a:spcBef>
              <a:spcAft>
                <a:spcPts val="0"/>
              </a:spcAft>
              <a:buClr>
                <a:srgbClr val="F0F7ED"/>
              </a:buClr>
              <a:buSzPts val="2700"/>
              <a:buNone/>
              <a:defRPr sz="2700">
                <a:solidFill>
                  <a:srgbClr val="F0F7ED"/>
                </a:solidFill>
              </a:defRPr>
            </a:lvl9pPr>
          </a:lstStyle>
          <a:p>
            <a:r>
              <a:t>xx%</a:t>
            </a:r>
          </a:p>
        </p:txBody>
      </p:sp>
      <p:sp>
        <p:nvSpPr>
          <p:cNvPr id="390" name="Google Shape;390;p21"/>
          <p:cNvSpPr txBox="1">
            <a:spLocks noGrp="1"/>
          </p:cNvSpPr>
          <p:nvPr>
            <p:ph type="subTitle" idx="5"/>
          </p:nvPr>
        </p:nvSpPr>
        <p:spPr>
          <a:xfrm>
            <a:off x="2341500" y="3742188"/>
            <a:ext cx="4461000" cy="3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400">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91" name="Google Shape;391;p21"/>
          <p:cNvSpPr/>
          <p:nvPr/>
        </p:nvSpPr>
        <p:spPr>
          <a:xfrm>
            <a:off x="7518274" y="4323100"/>
            <a:ext cx="1159500" cy="1159500"/>
          </a:xfrm>
          <a:prstGeom prst="donut">
            <a:avLst>
              <a:gd name="adj" fmla="val 17842"/>
            </a:avLst>
          </a:pr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2" name="Google Shape;392;p21"/>
          <p:cNvGrpSpPr/>
          <p:nvPr/>
        </p:nvGrpSpPr>
        <p:grpSpPr>
          <a:xfrm>
            <a:off x="-398146" y="-436679"/>
            <a:ext cx="1717686" cy="1718100"/>
            <a:chOff x="1347125" y="349025"/>
            <a:chExt cx="4978800" cy="4980000"/>
          </a:xfrm>
        </p:grpSpPr>
        <p:sp>
          <p:nvSpPr>
            <p:cNvPr id="393" name="Google Shape;393;p2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5" name="Google Shape;415;p21"/>
          <p:cNvSpPr/>
          <p:nvPr/>
        </p:nvSpPr>
        <p:spPr>
          <a:xfrm>
            <a:off x="977138" y="-436687"/>
            <a:ext cx="861000" cy="8610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1"/>
          <p:cNvSpPr/>
          <p:nvPr/>
        </p:nvSpPr>
        <p:spPr>
          <a:xfrm>
            <a:off x="785363" y="1373080"/>
            <a:ext cx="324600" cy="324600"/>
          </a:xfrm>
          <a:prstGeom prst="ellipse">
            <a:avLst/>
          </a:pr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1"/>
          <p:cNvSpPr/>
          <p:nvPr/>
        </p:nvSpPr>
        <p:spPr>
          <a:xfrm>
            <a:off x="8307300" y="4232622"/>
            <a:ext cx="233400" cy="2334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1"/>
          <p:cNvSpPr/>
          <p:nvPr/>
        </p:nvSpPr>
        <p:spPr>
          <a:xfrm>
            <a:off x="8127225" y="3871199"/>
            <a:ext cx="135600" cy="135600"/>
          </a:xfrm>
          <a:prstGeom prst="ellipse">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mp; six columns">
  <p:cSld name="CUSTOM_6">
    <p:spTree>
      <p:nvGrpSpPr>
        <p:cNvPr id="1" name="Shape 419"/>
        <p:cNvGrpSpPr/>
        <p:nvPr/>
      </p:nvGrpSpPr>
      <p:grpSpPr>
        <a:xfrm>
          <a:off x="0" y="0"/>
          <a:ext cx="0" cy="0"/>
          <a:chOff x="0" y="0"/>
          <a:chExt cx="0" cy="0"/>
        </a:xfrm>
      </p:grpSpPr>
      <p:sp>
        <p:nvSpPr>
          <p:cNvPr id="420" name="Google Shape;420;p22"/>
          <p:cNvSpPr txBox="1">
            <a:spLocks noGrp="1"/>
          </p:cNvSpPr>
          <p:nvPr>
            <p:ph type="title"/>
          </p:nvPr>
        </p:nvSpPr>
        <p:spPr>
          <a:xfrm>
            <a:off x="1074150" y="384048"/>
            <a:ext cx="6995700" cy="855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2700">
                <a:solidFill>
                  <a:schemeClr val="accent5"/>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421" name="Google Shape;421;p22"/>
          <p:cNvSpPr txBox="1">
            <a:spLocks noGrp="1"/>
          </p:cNvSpPr>
          <p:nvPr>
            <p:ph type="subTitle" idx="1"/>
          </p:nvPr>
        </p:nvSpPr>
        <p:spPr>
          <a:xfrm>
            <a:off x="725500" y="2383400"/>
            <a:ext cx="2468400" cy="681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422" name="Google Shape;422;p22"/>
          <p:cNvSpPr txBox="1">
            <a:spLocks noGrp="1"/>
          </p:cNvSpPr>
          <p:nvPr>
            <p:ph type="subTitle" idx="2"/>
          </p:nvPr>
        </p:nvSpPr>
        <p:spPr>
          <a:xfrm>
            <a:off x="3342344" y="2383400"/>
            <a:ext cx="2468400" cy="681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423" name="Google Shape;423;p22"/>
          <p:cNvSpPr txBox="1">
            <a:spLocks noGrp="1"/>
          </p:cNvSpPr>
          <p:nvPr>
            <p:ph type="subTitle" idx="3"/>
          </p:nvPr>
        </p:nvSpPr>
        <p:spPr>
          <a:xfrm>
            <a:off x="5950075" y="2383400"/>
            <a:ext cx="2468400" cy="681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424" name="Google Shape;424;p22"/>
          <p:cNvSpPr txBox="1">
            <a:spLocks noGrp="1"/>
          </p:cNvSpPr>
          <p:nvPr>
            <p:ph type="subTitle" idx="4"/>
          </p:nvPr>
        </p:nvSpPr>
        <p:spPr>
          <a:xfrm>
            <a:off x="725488" y="4028750"/>
            <a:ext cx="2468400" cy="681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425" name="Google Shape;425;p22"/>
          <p:cNvSpPr txBox="1">
            <a:spLocks noGrp="1"/>
          </p:cNvSpPr>
          <p:nvPr>
            <p:ph type="subTitle" idx="5"/>
          </p:nvPr>
        </p:nvSpPr>
        <p:spPr>
          <a:xfrm>
            <a:off x="3342381" y="4028750"/>
            <a:ext cx="2468400" cy="681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426" name="Google Shape;426;p22"/>
          <p:cNvSpPr txBox="1">
            <a:spLocks noGrp="1"/>
          </p:cNvSpPr>
          <p:nvPr>
            <p:ph type="subTitle" idx="6"/>
          </p:nvPr>
        </p:nvSpPr>
        <p:spPr>
          <a:xfrm>
            <a:off x="5950113" y="4028750"/>
            <a:ext cx="2468400" cy="681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427" name="Google Shape;427;p22"/>
          <p:cNvSpPr/>
          <p:nvPr/>
        </p:nvSpPr>
        <p:spPr>
          <a:xfrm>
            <a:off x="-2199500" y="-3553975"/>
            <a:ext cx="3172125" cy="478877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2"/>
          <p:cNvSpPr/>
          <p:nvPr/>
        </p:nvSpPr>
        <p:spPr>
          <a:xfrm>
            <a:off x="809725" y="282900"/>
            <a:ext cx="162900" cy="1626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 name="Google Shape;429;p22"/>
          <p:cNvGrpSpPr/>
          <p:nvPr/>
        </p:nvGrpSpPr>
        <p:grpSpPr>
          <a:xfrm>
            <a:off x="8556917" y="633909"/>
            <a:ext cx="1717686" cy="1718100"/>
            <a:chOff x="1347125" y="349025"/>
            <a:chExt cx="4978800" cy="4980000"/>
          </a:xfrm>
        </p:grpSpPr>
        <p:sp>
          <p:nvSpPr>
            <p:cNvPr id="430" name="Google Shape;430;p2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 name="Google Shape;452;p22"/>
          <p:cNvSpPr/>
          <p:nvPr/>
        </p:nvSpPr>
        <p:spPr>
          <a:xfrm>
            <a:off x="8845750" y="2085125"/>
            <a:ext cx="159900" cy="159900"/>
          </a:xfrm>
          <a:prstGeom prst="ellipse">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2"/>
          <p:cNvSpPr txBox="1">
            <a:spLocks noGrp="1"/>
          </p:cNvSpPr>
          <p:nvPr>
            <p:ph type="subTitle" idx="7"/>
          </p:nvPr>
        </p:nvSpPr>
        <p:spPr>
          <a:xfrm>
            <a:off x="736425" y="2048025"/>
            <a:ext cx="24684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454" name="Google Shape;454;p22"/>
          <p:cNvSpPr txBox="1">
            <a:spLocks noGrp="1"/>
          </p:cNvSpPr>
          <p:nvPr>
            <p:ph type="subTitle" idx="8"/>
          </p:nvPr>
        </p:nvSpPr>
        <p:spPr>
          <a:xfrm>
            <a:off x="3342381" y="2048025"/>
            <a:ext cx="24684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455" name="Google Shape;455;p22"/>
          <p:cNvSpPr txBox="1">
            <a:spLocks noGrp="1"/>
          </p:cNvSpPr>
          <p:nvPr>
            <p:ph type="subTitle" idx="9"/>
          </p:nvPr>
        </p:nvSpPr>
        <p:spPr>
          <a:xfrm>
            <a:off x="5950100" y="2048025"/>
            <a:ext cx="24684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456" name="Google Shape;456;p22"/>
          <p:cNvSpPr txBox="1">
            <a:spLocks noGrp="1"/>
          </p:cNvSpPr>
          <p:nvPr>
            <p:ph type="subTitle" idx="13"/>
          </p:nvPr>
        </p:nvSpPr>
        <p:spPr>
          <a:xfrm>
            <a:off x="5950100" y="3696950"/>
            <a:ext cx="24684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457" name="Google Shape;457;p22"/>
          <p:cNvSpPr txBox="1">
            <a:spLocks noGrp="1"/>
          </p:cNvSpPr>
          <p:nvPr>
            <p:ph type="subTitle" idx="14"/>
          </p:nvPr>
        </p:nvSpPr>
        <p:spPr>
          <a:xfrm>
            <a:off x="3342381" y="3696950"/>
            <a:ext cx="24684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458" name="Google Shape;458;p22"/>
          <p:cNvSpPr txBox="1">
            <a:spLocks noGrp="1"/>
          </p:cNvSpPr>
          <p:nvPr>
            <p:ph type="subTitle" idx="15"/>
          </p:nvPr>
        </p:nvSpPr>
        <p:spPr>
          <a:xfrm>
            <a:off x="725500" y="3696950"/>
            <a:ext cx="24684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mp; three columns 2">
  <p:cSld name="CUSTOM_7">
    <p:bg>
      <p:bgPr>
        <a:solidFill>
          <a:schemeClr val="accent1"/>
        </a:solidFill>
        <a:effectLst/>
      </p:bgPr>
    </p:bg>
    <p:spTree>
      <p:nvGrpSpPr>
        <p:cNvPr id="1" name="Shape 459"/>
        <p:cNvGrpSpPr/>
        <p:nvPr/>
      </p:nvGrpSpPr>
      <p:grpSpPr>
        <a:xfrm>
          <a:off x="0" y="0"/>
          <a:ext cx="0" cy="0"/>
          <a:chOff x="0" y="0"/>
          <a:chExt cx="0" cy="0"/>
        </a:xfrm>
      </p:grpSpPr>
      <p:sp>
        <p:nvSpPr>
          <p:cNvPr id="460" name="Google Shape;460;p23"/>
          <p:cNvSpPr/>
          <p:nvPr/>
        </p:nvSpPr>
        <p:spPr>
          <a:xfrm flipH="1">
            <a:off x="-6" y="0"/>
            <a:ext cx="3526656" cy="5143537"/>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3"/>
          <p:cNvSpPr/>
          <p:nvPr/>
        </p:nvSpPr>
        <p:spPr>
          <a:xfrm rot="-6727045">
            <a:off x="-657634" y="2611536"/>
            <a:ext cx="3172076" cy="4788701"/>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3"/>
          <p:cNvSpPr/>
          <p:nvPr/>
        </p:nvSpPr>
        <p:spPr>
          <a:xfrm>
            <a:off x="2805300" y="3336025"/>
            <a:ext cx="251100" cy="2511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3" name="Google Shape;463;p23"/>
          <p:cNvGrpSpPr/>
          <p:nvPr/>
        </p:nvGrpSpPr>
        <p:grpSpPr>
          <a:xfrm>
            <a:off x="8285400" y="-124063"/>
            <a:ext cx="1597199" cy="1597584"/>
            <a:chOff x="1347125" y="349025"/>
            <a:chExt cx="4978800" cy="4980000"/>
          </a:xfrm>
        </p:grpSpPr>
        <p:sp>
          <p:nvSpPr>
            <p:cNvPr id="464" name="Google Shape;464;p2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6" name="Google Shape;486;p23"/>
          <p:cNvSpPr/>
          <p:nvPr/>
        </p:nvSpPr>
        <p:spPr>
          <a:xfrm>
            <a:off x="8044100" y="113800"/>
            <a:ext cx="506400" cy="5064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3"/>
          <p:cNvSpPr txBox="1">
            <a:spLocks noGrp="1"/>
          </p:cNvSpPr>
          <p:nvPr>
            <p:ph type="title"/>
          </p:nvPr>
        </p:nvSpPr>
        <p:spPr>
          <a:xfrm>
            <a:off x="720000" y="938850"/>
            <a:ext cx="272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2700">
                <a:solidFill>
                  <a:schemeClr val="accent5"/>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488" name="Google Shape;488;p23"/>
          <p:cNvSpPr txBox="1">
            <a:spLocks noGrp="1"/>
          </p:cNvSpPr>
          <p:nvPr>
            <p:ph type="subTitle" idx="1"/>
          </p:nvPr>
        </p:nvSpPr>
        <p:spPr>
          <a:xfrm>
            <a:off x="3533400" y="1794375"/>
            <a:ext cx="2177400" cy="810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solidFill>
                  <a:schemeClr val="lt1"/>
                </a:solidFill>
              </a:defRPr>
            </a:lvl1pPr>
            <a:lvl2pPr lvl="1" algn="ctr" rtl="0">
              <a:spcBef>
                <a:spcPts val="0"/>
              </a:spcBef>
              <a:spcAft>
                <a:spcPts val="0"/>
              </a:spcAft>
              <a:buNone/>
              <a:defRPr sz="1400">
                <a:solidFill>
                  <a:schemeClr val="lt1"/>
                </a:solidFill>
              </a:defRPr>
            </a:lvl2pPr>
            <a:lvl3pPr lvl="2" algn="ctr" rtl="0">
              <a:spcBef>
                <a:spcPts val="0"/>
              </a:spcBef>
              <a:spcAft>
                <a:spcPts val="0"/>
              </a:spcAft>
              <a:buNone/>
              <a:defRPr sz="1400">
                <a:solidFill>
                  <a:schemeClr val="lt1"/>
                </a:solidFill>
              </a:defRPr>
            </a:lvl3pPr>
            <a:lvl4pPr lvl="3" algn="ctr" rtl="0">
              <a:spcBef>
                <a:spcPts val="0"/>
              </a:spcBef>
              <a:spcAft>
                <a:spcPts val="0"/>
              </a:spcAft>
              <a:buNone/>
              <a:defRPr sz="1400">
                <a:solidFill>
                  <a:schemeClr val="lt1"/>
                </a:solidFill>
              </a:defRPr>
            </a:lvl4pPr>
            <a:lvl5pPr lvl="4" algn="ctr" rtl="0">
              <a:spcBef>
                <a:spcPts val="0"/>
              </a:spcBef>
              <a:spcAft>
                <a:spcPts val="0"/>
              </a:spcAft>
              <a:buNone/>
              <a:defRPr sz="1400">
                <a:solidFill>
                  <a:schemeClr val="lt1"/>
                </a:solidFill>
              </a:defRPr>
            </a:lvl5pPr>
            <a:lvl6pPr lvl="5" algn="ctr" rtl="0">
              <a:spcBef>
                <a:spcPts val="0"/>
              </a:spcBef>
              <a:spcAft>
                <a:spcPts val="0"/>
              </a:spcAft>
              <a:buNone/>
              <a:defRPr sz="1400">
                <a:solidFill>
                  <a:schemeClr val="lt1"/>
                </a:solidFill>
              </a:defRPr>
            </a:lvl6pPr>
            <a:lvl7pPr lvl="6" algn="ctr" rtl="0">
              <a:spcBef>
                <a:spcPts val="0"/>
              </a:spcBef>
              <a:spcAft>
                <a:spcPts val="0"/>
              </a:spcAft>
              <a:buNone/>
              <a:defRPr sz="1400">
                <a:solidFill>
                  <a:schemeClr val="lt1"/>
                </a:solidFill>
              </a:defRPr>
            </a:lvl7pPr>
            <a:lvl8pPr lvl="7" algn="ctr" rtl="0">
              <a:spcBef>
                <a:spcPts val="0"/>
              </a:spcBef>
              <a:spcAft>
                <a:spcPts val="0"/>
              </a:spcAft>
              <a:buNone/>
              <a:defRPr sz="1400">
                <a:solidFill>
                  <a:schemeClr val="lt1"/>
                </a:solidFill>
              </a:defRPr>
            </a:lvl8pPr>
            <a:lvl9pPr lvl="8" algn="ctr" rtl="0">
              <a:spcBef>
                <a:spcPts val="0"/>
              </a:spcBef>
              <a:spcAft>
                <a:spcPts val="0"/>
              </a:spcAft>
              <a:buNone/>
              <a:defRPr sz="1400">
                <a:solidFill>
                  <a:schemeClr val="lt1"/>
                </a:solidFill>
              </a:defRPr>
            </a:lvl9pPr>
          </a:lstStyle>
          <a:p>
            <a:endParaRPr/>
          </a:p>
        </p:txBody>
      </p:sp>
      <p:sp>
        <p:nvSpPr>
          <p:cNvPr id="489" name="Google Shape;489;p23"/>
          <p:cNvSpPr txBox="1">
            <a:spLocks noGrp="1"/>
          </p:cNvSpPr>
          <p:nvPr>
            <p:ph type="subTitle" idx="2"/>
          </p:nvPr>
        </p:nvSpPr>
        <p:spPr>
          <a:xfrm>
            <a:off x="6333400" y="1794365"/>
            <a:ext cx="2177400" cy="810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solidFill>
                  <a:schemeClr val="lt1"/>
                </a:solidFill>
              </a:defRPr>
            </a:lvl1pPr>
            <a:lvl2pPr lvl="1" algn="ctr" rtl="0">
              <a:spcBef>
                <a:spcPts val="0"/>
              </a:spcBef>
              <a:spcAft>
                <a:spcPts val="0"/>
              </a:spcAft>
              <a:buNone/>
              <a:defRPr sz="1400">
                <a:solidFill>
                  <a:schemeClr val="lt1"/>
                </a:solidFill>
              </a:defRPr>
            </a:lvl2pPr>
            <a:lvl3pPr lvl="2" algn="ctr" rtl="0">
              <a:spcBef>
                <a:spcPts val="0"/>
              </a:spcBef>
              <a:spcAft>
                <a:spcPts val="0"/>
              </a:spcAft>
              <a:buNone/>
              <a:defRPr sz="1400">
                <a:solidFill>
                  <a:schemeClr val="lt1"/>
                </a:solidFill>
              </a:defRPr>
            </a:lvl3pPr>
            <a:lvl4pPr lvl="3" algn="ctr" rtl="0">
              <a:spcBef>
                <a:spcPts val="0"/>
              </a:spcBef>
              <a:spcAft>
                <a:spcPts val="0"/>
              </a:spcAft>
              <a:buNone/>
              <a:defRPr sz="1400">
                <a:solidFill>
                  <a:schemeClr val="lt1"/>
                </a:solidFill>
              </a:defRPr>
            </a:lvl4pPr>
            <a:lvl5pPr lvl="4" algn="ctr" rtl="0">
              <a:spcBef>
                <a:spcPts val="0"/>
              </a:spcBef>
              <a:spcAft>
                <a:spcPts val="0"/>
              </a:spcAft>
              <a:buNone/>
              <a:defRPr sz="1400">
                <a:solidFill>
                  <a:schemeClr val="lt1"/>
                </a:solidFill>
              </a:defRPr>
            </a:lvl5pPr>
            <a:lvl6pPr lvl="5" algn="ctr" rtl="0">
              <a:spcBef>
                <a:spcPts val="0"/>
              </a:spcBef>
              <a:spcAft>
                <a:spcPts val="0"/>
              </a:spcAft>
              <a:buNone/>
              <a:defRPr sz="1400">
                <a:solidFill>
                  <a:schemeClr val="lt1"/>
                </a:solidFill>
              </a:defRPr>
            </a:lvl6pPr>
            <a:lvl7pPr lvl="6" algn="ctr" rtl="0">
              <a:spcBef>
                <a:spcPts val="0"/>
              </a:spcBef>
              <a:spcAft>
                <a:spcPts val="0"/>
              </a:spcAft>
              <a:buNone/>
              <a:defRPr sz="1400">
                <a:solidFill>
                  <a:schemeClr val="lt1"/>
                </a:solidFill>
              </a:defRPr>
            </a:lvl7pPr>
            <a:lvl8pPr lvl="7" algn="ctr" rtl="0">
              <a:spcBef>
                <a:spcPts val="0"/>
              </a:spcBef>
              <a:spcAft>
                <a:spcPts val="0"/>
              </a:spcAft>
              <a:buNone/>
              <a:defRPr sz="1400">
                <a:solidFill>
                  <a:schemeClr val="lt1"/>
                </a:solidFill>
              </a:defRPr>
            </a:lvl8pPr>
            <a:lvl9pPr lvl="8" algn="ctr" rtl="0">
              <a:spcBef>
                <a:spcPts val="0"/>
              </a:spcBef>
              <a:spcAft>
                <a:spcPts val="0"/>
              </a:spcAft>
              <a:buNone/>
              <a:defRPr sz="1400">
                <a:solidFill>
                  <a:schemeClr val="lt1"/>
                </a:solidFill>
              </a:defRPr>
            </a:lvl9pPr>
          </a:lstStyle>
          <a:p>
            <a:endParaRPr/>
          </a:p>
        </p:txBody>
      </p:sp>
      <p:sp>
        <p:nvSpPr>
          <p:cNvPr id="490" name="Google Shape;490;p23"/>
          <p:cNvSpPr txBox="1">
            <a:spLocks noGrp="1"/>
          </p:cNvSpPr>
          <p:nvPr>
            <p:ph type="subTitle" idx="3"/>
          </p:nvPr>
        </p:nvSpPr>
        <p:spPr>
          <a:xfrm>
            <a:off x="4927175" y="3957286"/>
            <a:ext cx="2177400" cy="810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solidFill>
                  <a:schemeClr val="lt1"/>
                </a:solidFill>
              </a:defRPr>
            </a:lvl1pPr>
            <a:lvl2pPr lvl="1" algn="ctr" rtl="0">
              <a:spcBef>
                <a:spcPts val="0"/>
              </a:spcBef>
              <a:spcAft>
                <a:spcPts val="0"/>
              </a:spcAft>
              <a:buNone/>
              <a:defRPr sz="1400">
                <a:solidFill>
                  <a:schemeClr val="lt1"/>
                </a:solidFill>
              </a:defRPr>
            </a:lvl2pPr>
            <a:lvl3pPr lvl="2" algn="ctr" rtl="0">
              <a:spcBef>
                <a:spcPts val="0"/>
              </a:spcBef>
              <a:spcAft>
                <a:spcPts val="0"/>
              </a:spcAft>
              <a:buNone/>
              <a:defRPr sz="1400">
                <a:solidFill>
                  <a:schemeClr val="lt1"/>
                </a:solidFill>
              </a:defRPr>
            </a:lvl3pPr>
            <a:lvl4pPr lvl="3" algn="ctr" rtl="0">
              <a:spcBef>
                <a:spcPts val="0"/>
              </a:spcBef>
              <a:spcAft>
                <a:spcPts val="0"/>
              </a:spcAft>
              <a:buNone/>
              <a:defRPr sz="1400">
                <a:solidFill>
                  <a:schemeClr val="lt1"/>
                </a:solidFill>
              </a:defRPr>
            </a:lvl4pPr>
            <a:lvl5pPr lvl="4" algn="ctr" rtl="0">
              <a:spcBef>
                <a:spcPts val="0"/>
              </a:spcBef>
              <a:spcAft>
                <a:spcPts val="0"/>
              </a:spcAft>
              <a:buNone/>
              <a:defRPr sz="1400">
                <a:solidFill>
                  <a:schemeClr val="lt1"/>
                </a:solidFill>
              </a:defRPr>
            </a:lvl5pPr>
            <a:lvl6pPr lvl="5" algn="ctr" rtl="0">
              <a:spcBef>
                <a:spcPts val="0"/>
              </a:spcBef>
              <a:spcAft>
                <a:spcPts val="0"/>
              </a:spcAft>
              <a:buNone/>
              <a:defRPr sz="1400">
                <a:solidFill>
                  <a:schemeClr val="lt1"/>
                </a:solidFill>
              </a:defRPr>
            </a:lvl6pPr>
            <a:lvl7pPr lvl="6" algn="ctr" rtl="0">
              <a:spcBef>
                <a:spcPts val="0"/>
              </a:spcBef>
              <a:spcAft>
                <a:spcPts val="0"/>
              </a:spcAft>
              <a:buNone/>
              <a:defRPr sz="1400">
                <a:solidFill>
                  <a:schemeClr val="lt1"/>
                </a:solidFill>
              </a:defRPr>
            </a:lvl7pPr>
            <a:lvl8pPr lvl="7" algn="ctr" rtl="0">
              <a:spcBef>
                <a:spcPts val="0"/>
              </a:spcBef>
              <a:spcAft>
                <a:spcPts val="0"/>
              </a:spcAft>
              <a:buNone/>
              <a:defRPr sz="1400">
                <a:solidFill>
                  <a:schemeClr val="lt1"/>
                </a:solidFill>
              </a:defRPr>
            </a:lvl8pPr>
            <a:lvl9pPr lvl="8" algn="ctr" rtl="0">
              <a:spcBef>
                <a:spcPts val="0"/>
              </a:spcBef>
              <a:spcAft>
                <a:spcPts val="0"/>
              </a:spcAft>
              <a:buNone/>
              <a:defRPr sz="1400">
                <a:solidFill>
                  <a:schemeClr val="lt1"/>
                </a:solidFill>
              </a:defRPr>
            </a:lvl9pPr>
          </a:lstStyle>
          <a:p>
            <a:endParaRPr/>
          </a:p>
        </p:txBody>
      </p:sp>
      <p:sp>
        <p:nvSpPr>
          <p:cNvPr id="491" name="Google Shape;491;p23"/>
          <p:cNvSpPr txBox="1">
            <a:spLocks noGrp="1"/>
          </p:cNvSpPr>
          <p:nvPr>
            <p:ph type="subTitle" idx="4"/>
          </p:nvPr>
        </p:nvSpPr>
        <p:spPr>
          <a:xfrm>
            <a:off x="3533400" y="1452575"/>
            <a:ext cx="21774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solidFill>
                  <a:schemeClr val="lt2"/>
                </a:solidFill>
                <a:latin typeface="Roboto"/>
                <a:ea typeface="Roboto"/>
                <a:cs typeface="Roboto"/>
                <a:sym typeface="Roboto"/>
              </a:defRPr>
            </a:lvl1pPr>
            <a:lvl2pPr lvl="1" algn="ctr" rtl="0">
              <a:spcBef>
                <a:spcPts val="0"/>
              </a:spcBef>
              <a:spcAft>
                <a:spcPts val="0"/>
              </a:spcAft>
              <a:buNone/>
              <a:defRPr sz="1700" b="1">
                <a:solidFill>
                  <a:schemeClr val="lt2"/>
                </a:solidFill>
                <a:latin typeface="Roboto"/>
                <a:ea typeface="Roboto"/>
                <a:cs typeface="Roboto"/>
                <a:sym typeface="Roboto"/>
              </a:defRPr>
            </a:lvl2pPr>
            <a:lvl3pPr lvl="2" algn="ctr" rtl="0">
              <a:spcBef>
                <a:spcPts val="0"/>
              </a:spcBef>
              <a:spcAft>
                <a:spcPts val="0"/>
              </a:spcAft>
              <a:buNone/>
              <a:defRPr sz="1700" b="1">
                <a:solidFill>
                  <a:schemeClr val="lt2"/>
                </a:solidFill>
                <a:latin typeface="Roboto"/>
                <a:ea typeface="Roboto"/>
                <a:cs typeface="Roboto"/>
                <a:sym typeface="Roboto"/>
              </a:defRPr>
            </a:lvl3pPr>
            <a:lvl4pPr lvl="3" algn="ctr" rtl="0">
              <a:spcBef>
                <a:spcPts val="0"/>
              </a:spcBef>
              <a:spcAft>
                <a:spcPts val="0"/>
              </a:spcAft>
              <a:buNone/>
              <a:defRPr sz="1700" b="1">
                <a:solidFill>
                  <a:schemeClr val="lt2"/>
                </a:solidFill>
                <a:latin typeface="Roboto"/>
                <a:ea typeface="Roboto"/>
                <a:cs typeface="Roboto"/>
                <a:sym typeface="Roboto"/>
              </a:defRPr>
            </a:lvl4pPr>
            <a:lvl5pPr lvl="4" algn="ctr" rtl="0">
              <a:spcBef>
                <a:spcPts val="0"/>
              </a:spcBef>
              <a:spcAft>
                <a:spcPts val="0"/>
              </a:spcAft>
              <a:buNone/>
              <a:defRPr sz="1700" b="1">
                <a:solidFill>
                  <a:schemeClr val="lt2"/>
                </a:solidFill>
                <a:latin typeface="Roboto"/>
                <a:ea typeface="Roboto"/>
                <a:cs typeface="Roboto"/>
                <a:sym typeface="Roboto"/>
              </a:defRPr>
            </a:lvl5pPr>
            <a:lvl6pPr lvl="5" algn="ctr" rtl="0">
              <a:spcBef>
                <a:spcPts val="0"/>
              </a:spcBef>
              <a:spcAft>
                <a:spcPts val="0"/>
              </a:spcAft>
              <a:buNone/>
              <a:defRPr sz="1700" b="1">
                <a:solidFill>
                  <a:schemeClr val="lt2"/>
                </a:solidFill>
                <a:latin typeface="Roboto"/>
                <a:ea typeface="Roboto"/>
                <a:cs typeface="Roboto"/>
                <a:sym typeface="Roboto"/>
              </a:defRPr>
            </a:lvl6pPr>
            <a:lvl7pPr lvl="6" algn="ctr" rtl="0">
              <a:spcBef>
                <a:spcPts val="0"/>
              </a:spcBef>
              <a:spcAft>
                <a:spcPts val="0"/>
              </a:spcAft>
              <a:buNone/>
              <a:defRPr sz="1700" b="1">
                <a:solidFill>
                  <a:schemeClr val="lt2"/>
                </a:solidFill>
                <a:latin typeface="Roboto"/>
                <a:ea typeface="Roboto"/>
                <a:cs typeface="Roboto"/>
                <a:sym typeface="Roboto"/>
              </a:defRPr>
            </a:lvl7pPr>
            <a:lvl8pPr lvl="7" algn="ctr" rtl="0">
              <a:spcBef>
                <a:spcPts val="0"/>
              </a:spcBef>
              <a:spcAft>
                <a:spcPts val="0"/>
              </a:spcAft>
              <a:buNone/>
              <a:defRPr sz="1700" b="1">
                <a:solidFill>
                  <a:schemeClr val="lt2"/>
                </a:solidFill>
                <a:latin typeface="Roboto"/>
                <a:ea typeface="Roboto"/>
                <a:cs typeface="Roboto"/>
                <a:sym typeface="Roboto"/>
              </a:defRPr>
            </a:lvl8pPr>
            <a:lvl9pPr lvl="8" algn="ctr" rtl="0">
              <a:spcBef>
                <a:spcPts val="0"/>
              </a:spcBef>
              <a:spcAft>
                <a:spcPts val="0"/>
              </a:spcAft>
              <a:buNone/>
              <a:defRPr sz="1700" b="1">
                <a:solidFill>
                  <a:schemeClr val="lt2"/>
                </a:solidFill>
                <a:latin typeface="Roboto"/>
                <a:ea typeface="Roboto"/>
                <a:cs typeface="Roboto"/>
                <a:sym typeface="Roboto"/>
              </a:defRPr>
            </a:lvl9pPr>
          </a:lstStyle>
          <a:p>
            <a:endParaRPr/>
          </a:p>
        </p:txBody>
      </p:sp>
      <p:sp>
        <p:nvSpPr>
          <p:cNvPr id="492" name="Google Shape;492;p23"/>
          <p:cNvSpPr txBox="1">
            <a:spLocks noGrp="1"/>
          </p:cNvSpPr>
          <p:nvPr>
            <p:ph type="subTitle" idx="5"/>
          </p:nvPr>
        </p:nvSpPr>
        <p:spPr>
          <a:xfrm>
            <a:off x="6333400" y="1452575"/>
            <a:ext cx="21774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solidFill>
                  <a:schemeClr val="lt2"/>
                </a:solidFill>
                <a:latin typeface="Roboto"/>
                <a:ea typeface="Roboto"/>
                <a:cs typeface="Roboto"/>
                <a:sym typeface="Roboto"/>
              </a:defRPr>
            </a:lvl1pPr>
            <a:lvl2pPr lvl="1" algn="ctr" rtl="0">
              <a:spcBef>
                <a:spcPts val="0"/>
              </a:spcBef>
              <a:spcAft>
                <a:spcPts val="0"/>
              </a:spcAft>
              <a:buNone/>
              <a:defRPr sz="1700" b="1">
                <a:solidFill>
                  <a:schemeClr val="lt2"/>
                </a:solidFill>
                <a:latin typeface="Roboto"/>
                <a:ea typeface="Roboto"/>
                <a:cs typeface="Roboto"/>
                <a:sym typeface="Roboto"/>
              </a:defRPr>
            </a:lvl2pPr>
            <a:lvl3pPr lvl="2" algn="ctr" rtl="0">
              <a:spcBef>
                <a:spcPts val="0"/>
              </a:spcBef>
              <a:spcAft>
                <a:spcPts val="0"/>
              </a:spcAft>
              <a:buNone/>
              <a:defRPr sz="1700" b="1">
                <a:solidFill>
                  <a:schemeClr val="lt2"/>
                </a:solidFill>
                <a:latin typeface="Roboto"/>
                <a:ea typeface="Roboto"/>
                <a:cs typeface="Roboto"/>
                <a:sym typeface="Roboto"/>
              </a:defRPr>
            </a:lvl3pPr>
            <a:lvl4pPr lvl="3" algn="ctr" rtl="0">
              <a:spcBef>
                <a:spcPts val="0"/>
              </a:spcBef>
              <a:spcAft>
                <a:spcPts val="0"/>
              </a:spcAft>
              <a:buNone/>
              <a:defRPr sz="1700" b="1">
                <a:solidFill>
                  <a:schemeClr val="lt2"/>
                </a:solidFill>
                <a:latin typeface="Roboto"/>
                <a:ea typeface="Roboto"/>
                <a:cs typeface="Roboto"/>
                <a:sym typeface="Roboto"/>
              </a:defRPr>
            </a:lvl4pPr>
            <a:lvl5pPr lvl="4" algn="ctr" rtl="0">
              <a:spcBef>
                <a:spcPts val="0"/>
              </a:spcBef>
              <a:spcAft>
                <a:spcPts val="0"/>
              </a:spcAft>
              <a:buNone/>
              <a:defRPr sz="1700" b="1">
                <a:solidFill>
                  <a:schemeClr val="lt2"/>
                </a:solidFill>
                <a:latin typeface="Roboto"/>
                <a:ea typeface="Roboto"/>
                <a:cs typeface="Roboto"/>
                <a:sym typeface="Roboto"/>
              </a:defRPr>
            </a:lvl5pPr>
            <a:lvl6pPr lvl="5" algn="ctr" rtl="0">
              <a:spcBef>
                <a:spcPts val="0"/>
              </a:spcBef>
              <a:spcAft>
                <a:spcPts val="0"/>
              </a:spcAft>
              <a:buNone/>
              <a:defRPr sz="1700" b="1">
                <a:solidFill>
                  <a:schemeClr val="lt2"/>
                </a:solidFill>
                <a:latin typeface="Roboto"/>
                <a:ea typeface="Roboto"/>
                <a:cs typeface="Roboto"/>
                <a:sym typeface="Roboto"/>
              </a:defRPr>
            </a:lvl6pPr>
            <a:lvl7pPr lvl="6" algn="ctr" rtl="0">
              <a:spcBef>
                <a:spcPts val="0"/>
              </a:spcBef>
              <a:spcAft>
                <a:spcPts val="0"/>
              </a:spcAft>
              <a:buNone/>
              <a:defRPr sz="1700" b="1">
                <a:solidFill>
                  <a:schemeClr val="lt2"/>
                </a:solidFill>
                <a:latin typeface="Roboto"/>
                <a:ea typeface="Roboto"/>
                <a:cs typeface="Roboto"/>
                <a:sym typeface="Roboto"/>
              </a:defRPr>
            </a:lvl7pPr>
            <a:lvl8pPr lvl="7" algn="ctr" rtl="0">
              <a:spcBef>
                <a:spcPts val="0"/>
              </a:spcBef>
              <a:spcAft>
                <a:spcPts val="0"/>
              </a:spcAft>
              <a:buNone/>
              <a:defRPr sz="1700" b="1">
                <a:solidFill>
                  <a:schemeClr val="lt2"/>
                </a:solidFill>
                <a:latin typeface="Roboto"/>
                <a:ea typeface="Roboto"/>
                <a:cs typeface="Roboto"/>
                <a:sym typeface="Roboto"/>
              </a:defRPr>
            </a:lvl8pPr>
            <a:lvl9pPr lvl="8" algn="ctr" rtl="0">
              <a:spcBef>
                <a:spcPts val="0"/>
              </a:spcBef>
              <a:spcAft>
                <a:spcPts val="0"/>
              </a:spcAft>
              <a:buNone/>
              <a:defRPr sz="1700" b="1">
                <a:solidFill>
                  <a:schemeClr val="lt2"/>
                </a:solidFill>
                <a:latin typeface="Roboto"/>
                <a:ea typeface="Roboto"/>
                <a:cs typeface="Roboto"/>
                <a:sym typeface="Roboto"/>
              </a:defRPr>
            </a:lvl9pPr>
          </a:lstStyle>
          <a:p>
            <a:endParaRPr/>
          </a:p>
        </p:txBody>
      </p:sp>
      <p:sp>
        <p:nvSpPr>
          <p:cNvPr id="493" name="Google Shape;493;p23"/>
          <p:cNvSpPr txBox="1">
            <a:spLocks noGrp="1"/>
          </p:cNvSpPr>
          <p:nvPr>
            <p:ph type="subTitle" idx="6"/>
          </p:nvPr>
        </p:nvSpPr>
        <p:spPr>
          <a:xfrm>
            <a:off x="4927175" y="3623911"/>
            <a:ext cx="21774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solidFill>
                  <a:schemeClr val="lt2"/>
                </a:solidFill>
                <a:latin typeface="Roboto"/>
                <a:ea typeface="Roboto"/>
                <a:cs typeface="Roboto"/>
                <a:sym typeface="Roboto"/>
              </a:defRPr>
            </a:lvl1pPr>
            <a:lvl2pPr lvl="1" algn="ctr" rtl="0">
              <a:spcBef>
                <a:spcPts val="0"/>
              </a:spcBef>
              <a:spcAft>
                <a:spcPts val="0"/>
              </a:spcAft>
              <a:buNone/>
              <a:defRPr sz="1700" b="1">
                <a:solidFill>
                  <a:schemeClr val="lt2"/>
                </a:solidFill>
                <a:latin typeface="Roboto"/>
                <a:ea typeface="Roboto"/>
                <a:cs typeface="Roboto"/>
                <a:sym typeface="Roboto"/>
              </a:defRPr>
            </a:lvl2pPr>
            <a:lvl3pPr lvl="2" algn="ctr" rtl="0">
              <a:spcBef>
                <a:spcPts val="0"/>
              </a:spcBef>
              <a:spcAft>
                <a:spcPts val="0"/>
              </a:spcAft>
              <a:buNone/>
              <a:defRPr sz="1700" b="1">
                <a:solidFill>
                  <a:schemeClr val="lt2"/>
                </a:solidFill>
                <a:latin typeface="Roboto"/>
                <a:ea typeface="Roboto"/>
                <a:cs typeface="Roboto"/>
                <a:sym typeface="Roboto"/>
              </a:defRPr>
            </a:lvl3pPr>
            <a:lvl4pPr lvl="3" algn="ctr" rtl="0">
              <a:spcBef>
                <a:spcPts val="0"/>
              </a:spcBef>
              <a:spcAft>
                <a:spcPts val="0"/>
              </a:spcAft>
              <a:buNone/>
              <a:defRPr sz="1700" b="1">
                <a:solidFill>
                  <a:schemeClr val="lt2"/>
                </a:solidFill>
                <a:latin typeface="Roboto"/>
                <a:ea typeface="Roboto"/>
                <a:cs typeface="Roboto"/>
                <a:sym typeface="Roboto"/>
              </a:defRPr>
            </a:lvl4pPr>
            <a:lvl5pPr lvl="4" algn="ctr" rtl="0">
              <a:spcBef>
                <a:spcPts val="0"/>
              </a:spcBef>
              <a:spcAft>
                <a:spcPts val="0"/>
              </a:spcAft>
              <a:buNone/>
              <a:defRPr sz="1700" b="1">
                <a:solidFill>
                  <a:schemeClr val="lt2"/>
                </a:solidFill>
                <a:latin typeface="Roboto"/>
                <a:ea typeface="Roboto"/>
                <a:cs typeface="Roboto"/>
                <a:sym typeface="Roboto"/>
              </a:defRPr>
            </a:lvl5pPr>
            <a:lvl6pPr lvl="5" algn="ctr" rtl="0">
              <a:spcBef>
                <a:spcPts val="0"/>
              </a:spcBef>
              <a:spcAft>
                <a:spcPts val="0"/>
              </a:spcAft>
              <a:buNone/>
              <a:defRPr sz="1700" b="1">
                <a:solidFill>
                  <a:schemeClr val="lt2"/>
                </a:solidFill>
                <a:latin typeface="Roboto"/>
                <a:ea typeface="Roboto"/>
                <a:cs typeface="Roboto"/>
                <a:sym typeface="Roboto"/>
              </a:defRPr>
            </a:lvl6pPr>
            <a:lvl7pPr lvl="6" algn="ctr" rtl="0">
              <a:spcBef>
                <a:spcPts val="0"/>
              </a:spcBef>
              <a:spcAft>
                <a:spcPts val="0"/>
              </a:spcAft>
              <a:buNone/>
              <a:defRPr sz="1700" b="1">
                <a:solidFill>
                  <a:schemeClr val="lt2"/>
                </a:solidFill>
                <a:latin typeface="Roboto"/>
                <a:ea typeface="Roboto"/>
                <a:cs typeface="Roboto"/>
                <a:sym typeface="Roboto"/>
              </a:defRPr>
            </a:lvl7pPr>
            <a:lvl8pPr lvl="7" algn="ctr" rtl="0">
              <a:spcBef>
                <a:spcPts val="0"/>
              </a:spcBef>
              <a:spcAft>
                <a:spcPts val="0"/>
              </a:spcAft>
              <a:buNone/>
              <a:defRPr sz="1700" b="1">
                <a:solidFill>
                  <a:schemeClr val="lt2"/>
                </a:solidFill>
                <a:latin typeface="Roboto"/>
                <a:ea typeface="Roboto"/>
                <a:cs typeface="Roboto"/>
                <a:sym typeface="Roboto"/>
              </a:defRPr>
            </a:lvl8pPr>
            <a:lvl9pPr lvl="8" algn="ctr" rtl="0">
              <a:spcBef>
                <a:spcPts val="0"/>
              </a:spcBef>
              <a:spcAft>
                <a:spcPts val="0"/>
              </a:spcAft>
              <a:buNone/>
              <a:defRPr sz="1700" b="1">
                <a:solidFill>
                  <a:schemeClr val="lt2"/>
                </a:solidFill>
                <a:latin typeface="Roboto"/>
                <a:ea typeface="Roboto"/>
                <a:cs typeface="Roboto"/>
                <a:sym typeface="Roboto"/>
              </a:defRPr>
            </a:lvl9pPr>
          </a:lstStyle>
          <a:p>
            <a:endParaRPr/>
          </a:p>
        </p:txBody>
      </p:sp>
      <p:sp>
        <p:nvSpPr>
          <p:cNvPr id="494" name="Google Shape;494;p23"/>
          <p:cNvSpPr txBox="1">
            <a:spLocks noGrp="1"/>
          </p:cNvSpPr>
          <p:nvPr>
            <p:ph type="title" idx="7" hasCustomPrompt="1"/>
          </p:nvPr>
        </p:nvSpPr>
        <p:spPr>
          <a:xfrm>
            <a:off x="6822925" y="620825"/>
            <a:ext cx="1198200" cy="636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2700"/>
              <a:buNone/>
              <a:defRPr sz="2100">
                <a:solidFill>
                  <a:schemeClr val="lt1"/>
                </a:solidFill>
              </a:defRPr>
            </a:lvl1pPr>
            <a:lvl2pPr lvl="1" algn="ctr" rtl="0">
              <a:spcBef>
                <a:spcPts val="0"/>
              </a:spcBef>
              <a:spcAft>
                <a:spcPts val="0"/>
              </a:spcAft>
              <a:buClr>
                <a:srgbClr val="F0F7ED"/>
              </a:buClr>
              <a:buSzPts val="2700"/>
              <a:buNone/>
              <a:defRPr>
                <a:solidFill>
                  <a:srgbClr val="F0F7ED"/>
                </a:solidFill>
              </a:defRPr>
            </a:lvl2pPr>
            <a:lvl3pPr lvl="2" algn="ctr" rtl="0">
              <a:spcBef>
                <a:spcPts val="0"/>
              </a:spcBef>
              <a:spcAft>
                <a:spcPts val="0"/>
              </a:spcAft>
              <a:buClr>
                <a:srgbClr val="F0F7ED"/>
              </a:buClr>
              <a:buSzPts val="2700"/>
              <a:buNone/>
              <a:defRPr>
                <a:solidFill>
                  <a:srgbClr val="F0F7ED"/>
                </a:solidFill>
              </a:defRPr>
            </a:lvl3pPr>
            <a:lvl4pPr lvl="3" algn="ctr" rtl="0">
              <a:spcBef>
                <a:spcPts val="0"/>
              </a:spcBef>
              <a:spcAft>
                <a:spcPts val="0"/>
              </a:spcAft>
              <a:buClr>
                <a:srgbClr val="F0F7ED"/>
              </a:buClr>
              <a:buSzPts val="2700"/>
              <a:buNone/>
              <a:defRPr>
                <a:solidFill>
                  <a:srgbClr val="F0F7ED"/>
                </a:solidFill>
              </a:defRPr>
            </a:lvl4pPr>
            <a:lvl5pPr lvl="4" algn="ctr" rtl="0">
              <a:spcBef>
                <a:spcPts val="0"/>
              </a:spcBef>
              <a:spcAft>
                <a:spcPts val="0"/>
              </a:spcAft>
              <a:buClr>
                <a:srgbClr val="F0F7ED"/>
              </a:buClr>
              <a:buSzPts val="2700"/>
              <a:buNone/>
              <a:defRPr>
                <a:solidFill>
                  <a:srgbClr val="F0F7ED"/>
                </a:solidFill>
              </a:defRPr>
            </a:lvl5pPr>
            <a:lvl6pPr lvl="5" algn="ctr" rtl="0">
              <a:spcBef>
                <a:spcPts val="0"/>
              </a:spcBef>
              <a:spcAft>
                <a:spcPts val="0"/>
              </a:spcAft>
              <a:buClr>
                <a:srgbClr val="F0F7ED"/>
              </a:buClr>
              <a:buSzPts val="2700"/>
              <a:buNone/>
              <a:defRPr>
                <a:solidFill>
                  <a:srgbClr val="F0F7ED"/>
                </a:solidFill>
              </a:defRPr>
            </a:lvl6pPr>
            <a:lvl7pPr lvl="6" algn="ctr" rtl="0">
              <a:spcBef>
                <a:spcPts val="0"/>
              </a:spcBef>
              <a:spcAft>
                <a:spcPts val="0"/>
              </a:spcAft>
              <a:buClr>
                <a:srgbClr val="F0F7ED"/>
              </a:buClr>
              <a:buSzPts val="2700"/>
              <a:buNone/>
              <a:defRPr>
                <a:solidFill>
                  <a:srgbClr val="F0F7ED"/>
                </a:solidFill>
              </a:defRPr>
            </a:lvl7pPr>
            <a:lvl8pPr lvl="7" algn="ctr" rtl="0">
              <a:spcBef>
                <a:spcPts val="0"/>
              </a:spcBef>
              <a:spcAft>
                <a:spcPts val="0"/>
              </a:spcAft>
              <a:buClr>
                <a:srgbClr val="F0F7ED"/>
              </a:buClr>
              <a:buSzPts val="2700"/>
              <a:buNone/>
              <a:defRPr>
                <a:solidFill>
                  <a:srgbClr val="F0F7ED"/>
                </a:solidFill>
              </a:defRPr>
            </a:lvl8pPr>
            <a:lvl9pPr lvl="8" algn="ctr" rtl="0">
              <a:spcBef>
                <a:spcPts val="0"/>
              </a:spcBef>
              <a:spcAft>
                <a:spcPts val="0"/>
              </a:spcAft>
              <a:buClr>
                <a:srgbClr val="F0F7ED"/>
              </a:buClr>
              <a:buSzPts val="2700"/>
              <a:buNone/>
              <a:defRPr>
                <a:solidFill>
                  <a:srgbClr val="F0F7ED"/>
                </a:solidFill>
              </a:defRPr>
            </a:lvl9pPr>
          </a:lstStyle>
          <a:p>
            <a:r>
              <a:t>xx%</a:t>
            </a:r>
          </a:p>
        </p:txBody>
      </p:sp>
      <p:sp>
        <p:nvSpPr>
          <p:cNvPr id="495" name="Google Shape;495;p23"/>
          <p:cNvSpPr txBox="1">
            <a:spLocks noGrp="1"/>
          </p:cNvSpPr>
          <p:nvPr>
            <p:ph type="title" idx="8" hasCustomPrompt="1"/>
          </p:nvPr>
        </p:nvSpPr>
        <p:spPr>
          <a:xfrm>
            <a:off x="4023075" y="620825"/>
            <a:ext cx="1198200" cy="636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2700"/>
              <a:buNone/>
              <a:defRPr sz="2100">
                <a:solidFill>
                  <a:schemeClr val="lt1"/>
                </a:solidFill>
              </a:defRPr>
            </a:lvl1pPr>
            <a:lvl2pPr lvl="1" algn="ctr" rtl="0">
              <a:spcBef>
                <a:spcPts val="0"/>
              </a:spcBef>
              <a:spcAft>
                <a:spcPts val="0"/>
              </a:spcAft>
              <a:buClr>
                <a:srgbClr val="F0F7ED"/>
              </a:buClr>
              <a:buSzPts val="2700"/>
              <a:buNone/>
              <a:defRPr>
                <a:solidFill>
                  <a:srgbClr val="F0F7ED"/>
                </a:solidFill>
              </a:defRPr>
            </a:lvl2pPr>
            <a:lvl3pPr lvl="2" algn="ctr" rtl="0">
              <a:spcBef>
                <a:spcPts val="0"/>
              </a:spcBef>
              <a:spcAft>
                <a:spcPts val="0"/>
              </a:spcAft>
              <a:buClr>
                <a:srgbClr val="F0F7ED"/>
              </a:buClr>
              <a:buSzPts val="2700"/>
              <a:buNone/>
              <a:defRPr>
                <a:solidFill>
                  <a:srgbClr val="F0F7ED"/>
                </a:solidFill>
              </a:defRPr>
            </a:lvl3pPr>
            <a:lvl4pPr lvl="3" algn="ctr" rtl="0">
              <a:spcBef>
                <a:spcPts val="0"/>
              </a:spcBef>
              <a:spcAft>
                <a:spcPts val="0"/>
              </a:spcAft>
              <a:buClr>
                <a:srgbClr val="F0F7ED"/>
              </a:buClr>
              <a:buSzPts val="2700"/>
              <a:buNone/>
              <a:defRPr>
                <a:solidFill>
                  <a:srgbClr val="F0F7ED"/>
                </a:solidFill>
              </a:defRPr>
            </a:lvl4pPr>
            <a:lvl5pPr lvl="4" algn="ctr" rtl="0">
              <a:spcBef>
                <a:spcPts val="0"/>
              </a:spcBef>
              <a:spcAft>
                <a:spcPts val="0"/>
              </a:spcAft>
              <a:buClr>
                <a:srgbClr val="F0F7ED"/>
              </a:buClr>
              <a:buSzPts val="2700"/>
              <a:buNone/>
              <a:defRPr>
                <a:solidFill>
                  <a:srgbClr val="F0F7ED"/>
                </a:solidFill>
              </a:defRPr>
            </a:lvl5pPr>
            <a:lvl6pPr lvl="5" algn="ctr" rtl="0">
              <a:spcBef>
                <a:spcPts val="0"/>
              </a:spcBef>
              <a:spcAft>
                <a:spcPts val="0"/>
              </a:spcAft>
              <a:buClr>
                <a:srgbClr val="F0F7ED"/>
              </a:buClr>
              <a:buSzPts val="2700"/>
              <a:buNone/>
              <a:defRPr>
                <a:solidFill>
                  <a:srgbClr val="F0F7ED"/>
                </a:solidFill>
              </a:defRPr>
            </a:lvl6pPr>
            <a:lvl7pPr lvl="6" algn="ctr" rtl="0">
              <a:spcBef>
                <a:spcPts val="0"/>
              </a:spcBef>
              <a:spcAft>
                <a:spcPts val="0"/>
              </a:spcAft>
              <a:buClr>
                <a:srgbClr val="F0F7ED"/>
              </a:buClr>
              <a:buSzPts val="2700"/>
              <a:buNone/>
              <a:defRPr>
                <a:solidFill>
                  <a:srgbClr val="F0F7ED"/>
                </a:solidFill>
              </a:defRPr>
            </a:lvl7pPr>
            <a:lvl8pPr lvl="7" algn="ctr" rtl="0">
              <a:spcBef>
                <a:spcPts val="0"/>
              </a:spcBef>
              <a:spcAft>
                <a:spcPts val="0"/>
              </a:spcAft>
              <a:buClr>
                <a:srgbClr val="F0F7ED"/>
              </a:buClr>
              <a:buSzPts val="2700"/>
              <a:buNone/>
              <a:defRPr>
                <a:solidFill>
                  <a:srgbClr val="F0F7ED"/>
                </a:solidFill>
              </a:defRPr>
            </a:lvl8pPr>
            <a:lvl9pPr lvl="8" algn="ctr" rtl="0">
              <a:spcBef>
                <a:spcPts val="0"/>
              </a:spcBef>
              <a:spcAft>
                <a:spcPts val="0"/>
              </a:spcAft>
              <a:buClr>
                <a:srgbClr val="F0F7ED"/>
              </a:buClr>
              <a:buSzPts val="2700"/>
              <a:buNone/>
              <a:defRPr>
                <a:solidFill>
                  <a:srgbClr val="F0F7ED"/>
                </a:solidFill>
              </a:defRPr>
            </a:lvl9pPr>
          </a:lstStyle>
          <a:p>
            <a:r>
              <a:t>xx%</a:t>
            </a:r>
          </a:p>
        </p:txBody>
      </p:sp>
      <p:sp>
        <p:nvSpPr>
          <p:cNvPr id="496" name="Google Shape;496;p23"/>
          <p:cNvSpPr txBox="1">
            <a:spLocks noGrp="1"/>
          </p:cNvSpPr>
          <p:nvPr>
            <p:ph type="title" idx="9" hasCustomPrompt="1"/>
          </p:nvPr>
        </p:nvSpPr>
        <p:spPr>
          <a:xfrm>
            <a:off x="5416850" y="2792248"/>
            <a:ext cx="1198200" cy="636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2700"/>
              <a:buNone/>
              <a:defRPr sz="2100">
                <a:solidFill>
                  <a:schemeClr val="lt1"/>
                </a:solidFill>
              </a:defRPr>
            </a:lvl1pPr>
            <a:lvl2pPr lvl="1" algn="ctr" rtl="0">
              <a:spcBef>
                <a:spcPts val="0"/>
              </a:spcBef>
              <a:spcAft>
                <a:spcPts val="0"/>
              </a:spcAft>
              <a:buClr>
                <a:srgbClr val="F0F7ED"/>
              </a:buClr>
              <a:buSzPts val="2700"/>
              <a:buNone/>
              <a:defRPr>
                <a:solidFill>
                  <a:srgbClr val="F0F7ED"/>
                </a:solidFill>
              </a:defRPr>
            </a:lvl2pPr>
            <a:lvl3pPr lvl="2" algn="ctr" rtl="0">
              <a:spcBef>
                <a:spcPts val="0"/>
              </a:spcBef>
              <a:spcAft>
                <a:spcPts val="0"/>
              </a:spcAft>
              <a:buClr>
                <a:srgbClr val="F0F7ED"/>
              </a:buClr>
              <a:buSzPts val="2700"/>
              <a:buNone/>
              <a:defRPr>
                <a:solidFill>
                  <a:srgbClr val="F0F7ED"/>
                </a:solidFill>
              </a:defRPr>
            </a:lvl3pPr>
            <a:lvl4pPr lvl="3" algn="ctr" rtl="0">
              <a:spcBef>
                <a:spcPts val="0"/>
              </a:spcBef>
              <a:spcAft>
                <a:spcPts val="0"/>
              </a:spcAft>
              <a:buClr>
                <a:srgbClr val="F0F7ED"/>
              </a:buClr>
              <a:buSzPts val="2700"/>
              <a:buNone/>
              <a:defRPr>
                <a:solidFill>
                  <a:srgbClr val="F0F7ED"/>
                </a:solidFill>
              </a:defRPr>
            </a:lvl4pPr>
            <a:lvl5pPr lvl="4" algn="ctr" rtl="0">
              <a:spcBef>
                <a:spcPts val="0"/>
              </a:spcBef>
              <a:spcAft>
                <a:spcPts val="0"/>
              </a:spcAft>
              <a:buClr>
                <a:srgbClr val="F0F7ED"/>
              </a:buClr>
              <a:buSzPts val="2700"/>
              <a:buNone/>
              <a:defRPr>
                <a:solidFill>
                  <a:srgbClr val="F0F7ED"/>
                </a:solidFill>
              </a:defRPr>
            </a:lvl5pPr>
            <a:lvl6pPr lvl="5" algn="ctr" rtl="0">
              <a:spcBef>
                <a:spcPts val="0"/>
              </a:spcBef>
              <a:spcAft>
                <a:spcPts val="0"/>
              </a:spcAft>
              <a:buClr>
                <a:srgbClr val="F0F7ED"/>
              </a:buClr>
              <a:buSzPts val="2700"/>
              <a:buNone/>
              <a:defRPr>
                <a:solidFill>
                  <a:srgbClr val="F0F7ED"/>
                </a:solidFill>
              </a:defRPr>
            </a:lvl6pPr>
            <a:lvl7pPr lvl="6" algn="ctr" rtl="0">
              <a:spcBef>
                <a:spcPts val="0"/>
              </a:spcBef>
              <a:spcAft>
                <a:spcPts val="0"/>
              </a:spcAft>
              <a:buClr>
                <a:srgbClr val="F0F7ED"/>
              </a:buClr>
              <a:buSzPts val="2700"/>
              <a:buNone/>
              <a:defRPr>
                <a:solidFill>
                  <a:srgbClr val="F0F7ED"/>
                </a:solidFill>
              </a:defRPr>
            </a:lvl7pPr>
            <a:lvl8pPr lvl="7" algn="ctr" rtl="0">
              <a:spcBef>
                <a:spcPts val="0"/>
              </a:spcBef>
              <a:spcAft>
                <a:spcPts val="0"/>
              </a:spcAft>
              <a:buClr>
                <a:srgbClr val="F0F7ED"/>
              </a:buClr>
              <a:buSzPts val="2700"/>
              <a:buNone/>
              <a:defRPr>
                <a:solidFill>
                  <a:srgbClr val="F0F7ED"/>
                </a:solidFill>
              </a:defRPr>
            </a:lvl8pPr>
            <a:lvl9pPr lvl="8" algn="ctr" rtl="0">
              <a:spcBef>
                <a:spcPts val="0"/>
              </a:spcBef>
              <a:spcAft>
                <a:spcPts val="0"/>
              </a:spcAft>
              <a:buClr>
                <a:srgbClr val="F0F7ED"/>
              </a:buClr>
              <a:buSzPts val="2700"/>
              <a:buNone/>
              <a:defRPr>
                <a:solidFill>
                  <a:srgbClr val="F0F7ED"/>
                </a:solidFill>
              </a:defRPr>
            </a:lvl9pPr>
          </a:lstStyle>
          <a:p>
            <a:r>
              <a:t>xx%</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mp; four columns">
  <p:cSld name="CUSTOM_8">
    <p:spTree>
      <p:nvGrpSpPr>
        <p:cNvPr id="1" name="Shape 497"/>
        <p:cNvGrpSpPr/>
        <p:nvPr/>
      </p:nvGrpSpPr>
      <p:grpSpPr>
        <a:xfrm>
          <a:off x="0" y="0"/>
          <a:ext cx="0" cy="0"/>
          <a:chOff x="0" y="0"/>
          <a:chExt cx="0" cy="0"/>
        </a:xfrm>
      </p:grpSpPr>
      <p:sp>
        <p:nvSpPr>
          <p:cNvPr id="498" name="Google Shape;498;p24"/>
          <p:cNvSpPr txBox="1">
            <a:spLocks noGrp="1"/>
          </p:cNvSpPr>
          <p:nvPr>
            <p:ph type="title"/>
          </p:nvPr>
        </p:nvSpPr>
        <p:spPr>
          <a:xfrm>
            <a:off x="1074150" y="384048"/>
            <a:ext cx="6995700" cy="5139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2700">
                <a:solidFill>
                  <a:schemeClr val="accent5"/>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499" name="Google Shape;499;p24"/>
          <p:cNvSpPr/>
          <p:nvPr/>
        </p:nvSpPr>
        <p:spPr>
          <a:xfrm>
            <a:off x="8633800" y="3918500"/>
            <a:ext cx="258300" cy="2583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0" name="Google Shape;500;p24"/>
          <p:cNvGrpSpPr/>
          <p:nvPr/>
        </p:nvGrpSpPr>
        <p:grpSpPr>
          <a:xfrm>
            <a:off x="7904117" y="4335609"/>
            <a:ext cx="1717686" cy="1718100"/>
            <a:chOff x="1347125" y="349025"/>
            <a:chExt cx="4978800" cy="4980000"/>
          </a:xfrm>
        </p:grpSpPr>
        <p:sp>
          <p:nvSpPr>
            <p:cNvPr id="501" name="Google Shape;501;p24"/>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4"/>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4"/>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4"/>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4"/>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4"/>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4"/>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4"/>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4"/>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4"/>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4"/>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4"/>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4"/>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4"/>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4"/>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4"/>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4"/>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4"/>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4"/>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4"/>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4"/>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4"/>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3" name="Google Shape;523;p24"/>
          <p:cNvSpPr/>
          <p:nvPr/>
        </p:nvSpPr>
        <p:spPr>
          <a:xfrm>
            <a:off x="221800" y="4722600"/>
            <a:ext cx="258300" cy="258300"/>
          </a:xfrm>
          <a:prstGeom prst="ellipse">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4"/>
          <p:cNvSpPr/>
          <p:nvPr/>
        </p:nvSpPr>
        <p:spPr>
          <a:xfrm>
            <a:off x="338550" y="4642350"/>
            <a:ext cx="141600" cy="1416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4"/>
          <p:cNvSpPr txBox="1">
            <a:spLocks noGrp="1"/>
          </p:cNvSpPr>
          <p:nvPr>
            <p:ph type="subTitle" idx="1"/>
          </p:nvPr>
        </p:nvSpPr>
        <p:spPr>
          <a:xfrm>
            <a:off x="836975" y="1655824"/>
            <a:ext cx="2368500" cy="8295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400"/>
            </a:lvl1pPr>
            <a:lvl2pPr lvl="1" algn="r" rtl="0">
              <a:spcBef>
                <a:spcPts val="0"/>
              </a:spcBef>
              <a:spcAft>
                <a:spcPts val="0"/>
              </a:spcAft>
              <a:buNone/>
              <a:defRPr sz="1400"/>
            </a:lvl2pPr>
            <a:lvl3pPr lvl="2" algn="r" rtl="0">
              <a:spcBef>
                <a:spcPts val="0"/>
              </a:spcBef>
              <a:spcAft>
                <a:spcPts val="0"/>
              </a:spcAft>
              <a:buNone/>
              <a:defRPr sz="1400"/>
            </a:lvl3pPr>
            <a:lvl4pPr lvl="3" algn="r" rtl="0">
              <a:spcBef>
                <a:spcPts val="0"/>
              </a:spcBef>
              <a:spcAft>
                <a:spcPts val="0"/>
              </a:spcAft>
              <a:buNone/>
              <a:defRPr sz="1400"/>
            </a:lvl4pPr>
            <a:lvl5pPr lvl="4" algn="r" rtl="0">
              <a:spcBef>
                <a:spcPts val="0"/>
              </a:spcBef>
              <a:spcAft>
                <a:spcPts val="0"/>
              </a:spcAft>
              <a:buNone/>
              <a:defRPr sz="1400"/>
            </a:lvl5pPr>
            <a:lvl6pPr lvl="5" algn="r" rtl="0">
              <a:spcBef>
                <a:spcPts val="0"/>
              </a:spcBef>
              <a:spcAft>
                <a:spcPts val="0"/>
              </a:spcAft>
              <a:buNone/>
              <a:defRPr sz="1400"/>
            </a:lvl6pPr>
            <a:lvl7pPr lvl="6" algn="r" rtl="0">
              <a:spcBef>
                <a:spcPts val="0"/>
              </a:spcBef>
              <a:spcAft>
                <a:spcPts val="0"/>
              </a:spcAft>
              <a:buNone/>
              <a:defRPr sz="1400"/>
            </a:lvl7pPr>
            <a:lvl8pPr lvl="7" algn="r" rtl="0">
              <a:spcBef>
                <a:spcPts val="0"/>
              </a:spcBef>
              <a:spcAft>
                <a:spcPts val="0"/>
              </a:spcAft>
              <a:buNone/>
              <a:defRPr sz="1400"/>
            </a:lvl8pPr>
            <a:lvl9pPr lvl="8" algn="r" rtl="0">
              <a:spcBef>
                <a:spcPts val="0"/>
              </a:spcBef>
              <a:spcAft>
                <a:spcPts val="0"/>
              </a:spcAft>
              <a:buNone/>
              <a:defRPr sz="1400"/>
            </a:lvl9pPr>
          </a:lstStyle>
          <a:p>
            <a:endParaRPr/>
          </a:p>
        </p:txBody>
      </p:sp>
      <p:sp>
        <p:nvSpPr>
          <p:cNvPr id="526" name="Google Shape;526;p24"/>
          <p:cNvSpPr txBox="1">
            <a:spLocks noGrp="1"/>
          </p:cNvSpPr>
          <p:nvPr>
            <p:ph type="subTitle" idx="2"/>
          </p:nvPr>
        </p:nvSpPr>
        <p:spPr>
          <a:xfrm>
            <a:off x="5938525" y="1630649"/>
            <a:ext cx="2368500" cy="8295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527" name="Google Shape;527;p24"/>
          <p:cNvSpPr txBox="1">
            <a:spLocks noGrp="1"/>
          </p:cNvSpPr>
          <p:nvPr>
            <p:ph type="subTitle" idx="3"/>
          </p:nvPr>
        </p:nvSpPr>
        <p:spPr>
          <a:xfrm>
            <a:off x="5938500" y="3449599"/>
            <a:ext cx="2368500" cy="8295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528" name="Google Shape;528;p24"/>
          <p:cNvSpPr txBox="1">
            <a:spLocks noGrp="1"/>
          </p:cNvSpPr>
          <p:nvPr>
            <p:ph type="subTitle" idx="4"/>
          </p:nvPr>
        </p:nvSpPr>
        <p:spPr>
          <a:xfrm>
            <a:off x="837000" y="3449599"/>
            <a:ext cx="2368500" cy="8295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400"/>
            </a:lvl1pPr>
            <a:lvl2pPr lvl="1" algn="r" rtl="0">
              <a:spcBef>
                <a:spcPts val="0"/>
              </a:spcBef>
              <a:spcAft>
                <a:spcPts val="0"/>
              </a:spcAft>
              <a:buNone/>
              <a:defRPr sz="1400"/>
            </a:lvl2pPr>
            <a:lvl3pPr lvl="2" algn="r" rtl="0">
              <a:spcBef>
                <a:spcPts val="0"/>
              </a:spcBef>
              <a:spcAft>
                <a:spcPts val="0"/>
              </a:spcAft>
              <a:buNone/>
              <a:defRPr sz="1400"/>
            </a:lvl3pPr>
            <a:lvl4pPr lvl="3" algn="r" rtl="0">
              <a:spcBef>
                <a:spcPts val="0"/>
              </a:spcBef>
              <a:spcAft>
                <a:spcPts val="0"/>
              </a:spcAft>
              <a:buNone/>
              <a:defRPr sz="1400"/>
            </a:lvl4pPr>
            <a:lvl5pPr lvl="4" algn="r" rtl="0">
              <a:spcBef>
                <a:spcPts val="0"/>
              </a:spcBef>
              <a:spcAft>
                <a:spcPts val="0"/>
              </a:spcAft>
              <a:buNone/>
              <a:defRPr sz="1400"/>
            </a:lvl5pPr>
            <a:lvl6pPr lvl="5" algn="r" rtl="0">
              <a:spcBef>
                <a:spcPts val="0"/>
              </a:spcBef>
              <a:spcAft>
                <a:spcPts val="0"/>
              </a:spcAft>
              <a:buNone/>
              <a:defRPr sz="1400"/>
            </a:lvl6pPr>
            <a:lvl7pPr lvl="6" algn="r" rtl="0">
              <a:spcBef>
                <a:spcPts val="0"/>
              </a:spcBef>
              <a:spcAft>
                <a:spcPts val="0"/>
              </a:spcAft>
              <a:buNone/>
              <a:defRPr sz="1400"/>
            </a:lvl7pPr>
            <a:lvl8pPr lvl="7" algn="r" rtl="0">
              <a:spcBef>
                <a:spcPts val="0"/>
              </a:spcBef>
              <a:spcAft>
                <a:spcPts val="0"/>
              </a:spcAft>
              <a:buNone/>
              <a:defRPr sz="1400"/>
            </a:lvl8pPr>
            <a:lvl9pPr lvl="8" algn="r" rtl="0">
              <a:spcBef>
                <a:spcPts val="0"/>
              </a:spcBef>
              <a:spcAft>
                <a:spcPts val="0"/>
              </a:spcAft>
              <a:buNone/>
              <a:defRPr sz="1400"/>
            </a:lvl9pPr>
          </a:lstStyle>
          <a:p>
            <a:endParaRPr/>
          </a:p>
        </p:txBody>
      </p:sp>
      <p:sp>
        <p:nvSpPr>
          <p:cNvPr id="529" name="Google Shape;529;p24"/>
          <p:cNvSpPr txBox="1">
            <a:spLocks noGrp="1"/>
          </p:cNvSpPr>
          <p:nvPr>
            <p:ph type="subTitle" idx="5"/>
          </p:nvPr>
        </p:nvSpPr>
        <p:spPr>
          <a:xfrm>
            <a:off x="836975" y="1319704"/>
            <a:ext cx="2368500" cy="369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700" b="1">
                <a:latin typeface="Roboto"/>
                <a:ea typeface="Roboto"/>
                <a:cs typeface="Roboto"/>
                <a:sym typeface="Roboto"/>
              </a:defRPr>
            </a:lvl1pPr>
            <a:lvl2pPr lvl="1" algn="r" rtl="0">
              <a:spcBef>
                <a:spcPts val="0"/>
              </a:spcBef>
              <a:spcAft>
                <a:spcPts val="0"/>
              </a:spcAft>
              <a:buNone/>
              <a:defRPr sz="1700" b="1">
                <a:latin typeface="Roboto"/>
                <a:ea typeface="Roboto"/>
                <a:cs typeface="Roboto"/>
                <a:sym typeface="Roboto"/>
              </a:defRPr>
            </a:lvl2pPr>
            <a:lvl3pPr lvl="2" algn="r" rtl="0">
              <a:spcBef>
                <a:spcPts val="0"/>
              </a:spcBef>
              <a:spcAft>
                <a:spcPts val="0"/>
              </a:spcAft>
              <a:buNone/>
              <a:defRPr sz="1700" b="1">
                <a:latin typeface="Roboto"/>
                <a:ea typeface="Roboto"/>
                <a:cs typeface="Roboto"/>
                <a:sym typeface="Roboto"/>
              </a:defRPr>
            </a:lvl3pPr>
            <a:lvl4pPr lvl="3" algn="r" rtl="0">
              <a:spcBef>
                <a:spcPts val="0"/>
              </a:spcBef>
              <a:spcAft>
                <a:spcPts val="0"/>
              </a:spcAft>
              <a:buNone/>
              <a:defRPr sz="1700" b="1">
                <a:latin typeface="Roboto"/>
                <a:ea typeface="Roboto"/>
                <a:cs typeface="Roboto"/>
                <a:sym typeface="Roboto"/>
              </a:defRPr>
            </a:lvl4pPr>
            <a:lvl5pPr lvl="4" algn="r" rtl="0">
              <a:spcBef>
                <a:spcPts val="0"/>
              </a:spcBef>
              <a:spcAft>
                <a:spcPts val="0"/>
              </a:spcAft>
              <a:buNone/>
              <a:defRPr sz="1700" b="1">
                <a:latin typeface="Roboto"/>
                <a:ea typeface="Roboto"/>
                <a:cs typeface="Roboto"/>
                <a:sym typeface="Roboto"/>
              </a:defRPr>
            </a:lvl5pPr>
            <a:lvl6pPr lvl="5" algn="r" rtl="0">
              <a:spcBef>
                <a:spcPts val="0"/>
              </a:spcBef>
              <a:spcAft>
                <a:spcPts val="0"/>
              </a:spcAft>
              <a:buNone/>
              <a:defRPr sz="1700" b="1">
                <a:latin typeface="Roboto"/>
                <a:ea typeface="Roboto"/>
                <a:cs typeface="Roboto"/>
                <a:sym typeface="Roboto"/>
              </a:defRPr>
            </a:lvl6pPr>
            <a:lvl7pPr lvl="6" algn="r" rtl="0">
              <a:spcBef>
                <a:spcPts val="0"/>
              </a:spcBef>
              <a:spcAft>
                <a:spcPts val="0"/>
              </a:spcAft>
              <a:buNone/>
              <a:defRPr sz="1700" b="1">
                <a:latin typeface="Roboto"/>
                <a:ea typeface="Roboto"/>
                <a:cs typeface="Roboto"/>
                <a:sym typeface="Roboto"/>
              </a:defRPr>
            </a:lvl7pPr>
            <a:lvl8pPr lvl="7" algn="r" rtl="0">
              <a:spcBef>
                <a:spcPts val="0"/>
              </a:spcBef>
              <a:spcAft>
                <a:spcPts val="0"/>
              </a:spcAft>
              <a:buNone/>
              <a:defRPr sz="1700" b="1">
                <a:latin typeface="Roboto"/>
                <a:ea typeface="Roboto"/>
                <a:cs typeface="Roboto"/>
                <a:sym typeface="Roboto"/>
              </a:defRPr>
            </a:lvl8pPr>
            <a:lvl9pPr lvl="8" algn="r" rtl="0">
              <a:spcBef>
                <a:spcPts val="0"/>
              </a:spcBef>
              <a:spcAft>
                <a:spcPts val="0"/>
              </a:spcAft>
              <a:buNone/>
              <a:defRPr sz="1700" b="1">
                <a:latin typeface="Roboto"/>
                <a:ea typeface="Roboto"/>
                <a:cs typeface="Roboto"/>
                <a:sym typeface="Roboto"/>
              </a:defRPr>
            </a:lvl9pPr>
          </a:lstStyle>
          <a:p>
            <a:endParaRPr/>
          </a:p>
        </p:txBody>
      </p:sp>
      <p:sp>
        <p:nvSpPr>
          <p:cNvPr id="530" name="Google Shape;530;p24"/>
          <p:cNvSpPr txBox="1">
            <a:spLocks noGrp="1"/>
          </p:cNvSpPr>
          <p:nvPr>
            <p:ph type="subTitle" idx="6"/>
          </p:nvPr>
        </p:nvSpPr>
        <p:spPr>
          <a:xfrm>
            <a:off x="5938525" y="1319704"/>
            <a:ext cx="2368500" cy="369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531" name="Google Shape;531;p24"/>
          <p:cNvSpPr txBox="1">
            <a:spLocks noGrp="1"/>
          </p:cNvSpPr>
          <p:nvPr>
            <p:ph type="subTitle" idx="7"/>
          </p:nvPr>
        </p:nvSpPr>
        <p:spPr>
          <a:xfrm>
            <a:off x="5938500" y="3113479"/>
            <a:ext cx="2368500" cy="369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532" name="Google Shape;532;p24"/>
          <p:cNvSpPr txBox="1">
            <a:spLocks noGrp="1"/>
          </p:cNvSpPr>
          <p:nvPr>
            <p:ph type="subTitle" idx="8"/>
          </p:nvPr>
        </p:nvSpPr>
        <p:spPr>
          <a:xfrm>
            <a:off x="837000" y="3113479"/>
            <a:ext cx="2368500" cy="369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700" b="1">
                <a:latin typeface="Roboto"/>
                <a:ea typeface="Roboto"/>
                <a:cs typeface="Roboto"/>
                <a:sym typeface="Roboto"/>
              </a:defRPr>
            </a:lvl1pPr>
            <a:lvl2pPr lvl="1" algn="r" rtl="0">
              <a:spcBef>
                <a:spcPts val="0"/>
              </a:spcBef>
              <a:spcAft>
                <a:spcPts val="0"/>
              </a:spcAft>
              <a:buNone/>
              <a:defRPr sz="1700" b="1">
                <a:latin typeface="Roboto"/>
                <a:ea typeface="Roboto"/>
                <a:cs typeface="Roboto"/>
                <a:sym typeface="Roboto"/>
              </a:defRPr>
            </a:lvl2pPr>
            <a:lvl3pPr lvl="2" algn="r" rtl="0">
              <a:spcBef>
                <a:spcPts val="0"/>
              </a:spcBef>
              <a:spcAft>
                <a:spcPts val="0"/>
              </a:spcAft>
              <a:buNone/>
              <a:defRPr sz="1700" b="1">
                <a:latin typeface="Roboto"/>
                <a:ea typeface="Roboto"/>
                <a:cs typeface="Roboto"/>
                <a:sym typeface="Roboto"/>
              </a:defRPr>
            </a:lvl3pPr>
            <a:lvl4pPr lvl="3" algn="r" rtl="0">
              <a:spcBef>
                <a:spcPts val="0"/>
              </a:spcBef>
              <a:spcAft>
                <a:spcPts val="0"/>
              </a:spcAft>
              <a:buNone/>
              <a:defRPr sz="1700" b="1">
                <a:latin typeface="Roboto"/>
                <a:ea typeface="Roboto"/>
                <a:cs typeface="Roboto"/>
                <a:sym typeface="Roboto"/>
              </a:defRPr>
            </a:lvl4pPr>
            <a:lvl5pPr lvl="4" algn="r" rtl="0">
              <a:spcBef>
                <a:spcPts val="0"/>
              </a:spcBef>
              <a:spcAft>
                <a:spcPts val="0"/>
              </a:spcAft>
              <a:buNone/>
              <a:defRPr sz="1700" b="1">
                <a:latin typeface="Roboto"/>
                <a:ea typeface="Roboto"/>
                <a:cs typeface="Roboto"/>
                <a:sym typeface="Roboto"/>
              </a:defRPr>
            </a:lvl5pPr>
            <a:lvl6pPr lvl="5" algn="r" rtl="0">
              <a:spcBef>
                <a:spcPts val="0"/>
              </a:spcBef>
              <a:spcAft>
                <a:spcPts val="0"/>
              </a:spcAft>
              <a:buNone/>
              <a:defRPr sz="1700" b="1">
                <a:latin typeface="Roboto"/>
                <a:ea typeface="Roboto"/>
                <a:cs typeface="Roboto"/>
                <a:sym typeface="Roboto"/>
              </a:defRPr>
            </a:lvl6pPr>
            <a:lvl7pPr lvl="6" algn="r" rtl="0">
              <a:spcBef>
                <a:spcPts val="0"/>
              </a:spcBef>
              <a:spcAft>
                <a:spcPts val="0"/>
              </a:spcAft>
              <a:buNone/>
              <a:defRPr sz="1700" b="1">
                <a:latin typeface="Roboto"/>
                <a:ea typeface="Roboto"/>
                <a:cs typeface="Roboto"/>
                <a:sym typeface="Roboto"/>
              </a:defRPr>
            </a:lvl7pPr>
            <a:lvl8pPr lvl="7" algn="r" rtl="0">
              <a:spcBef>
                <a:spcPts val="0"/>
              </a:spcBef>
              <a:spcAft>
                <a:spcPts val="0"/>
              </a:spcAft>
              <a:buNone/>
              <a:defRPr sz="1700" b="1">
                <a:latin typeface="Roboto"/>
                <a:ea typeface="Roboto"/>
                <a:cs typeface="Roboto"/>
                <a:sym typeface="Roboto"/>
              </a:defRPr>
            </a:lvl8pPr>
            <a:lvl9pPr lvl="8" algn="r" rtl="0">
              <a:spcBef>
                <a:spcPts val="0"/>
              </a:spcBef>
              <a:spcAft>
                <a:spcPts val="0"/>
              </a:spcAft>
              <a:buNone/>
              <a:defRPr sz="1700" b="1">
                <a:latin typeface="Roboto"/>
                <a:ea typeface="Roboto"/>
                <a:cs typeface="Roboto"/>
                <a:sym typeface="Roboto"/>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mp; text 2">
  <p:cSld name="CUSTOM_9">
    <p:bg>
      <p:bgPr>
        <a:solidFill>
          <a:schemeClr val="accent1"/>
        </a:solidFill>
        <a:effectLst/>
      </p:bgPr>
    </p:bg>
    <p:spTree>
      <p:nvGrpSpPr>
        <p:cNvPr id="1" name="Shape 533"/>
        <p:cNvGrpSpPr/>
        <p:nvPr/>
      </p:nvGrpSpPr>
      <p:grpSpPr>
        <a:xfrm>
          <a:off x="0" y="0"/>
          <a:ext cx="0" cy="0"/>
          <a:chOff x="0" y="0"/>
          <a:chExt cx="0" cy="0"/>
        </a:xfrm>
      </p:grpSpPr>
      <p:sp>
        <p:nvSpPr>
          <p:cNvPr id="534" name="Google Shape;534;p25"/>
          <p:cNvSpPr/>
          <p:nvPr/>
        </p:nvSpPr>
        <p:spPr>
          <a:xfrm>
            <a:off x="5617344" y="0"/>
            <a:ext cx="3526656" cy="5143537"/>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txBox="1">
            <a:spLocks noGrp="1"/>
          </p:cNvSpPr>
          <p:nvPr>
            <p:ph type="title"/>
          </p:nvPr>
        </p:nvSpPr>
        <p:spPr>
          <a:xfrm>
            <a:off x="720000" y="384048"/>
            <a:ext cx="2724900" cy="4479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0F7ED"/>
              </a:buClr>
              <a:buSzPts val="2700"/>
              <a:buNone/>
              <a:defRPr sz="2700">
                <a:solidFill>
                  <a:schemeClr val="lt2"/>
                </a:solidFill>
              </a:defRPr>
            </a:lvl1pPr>
            <a:lvl2pPr lvl="1" rtl="0">
              <a:spcBef>
                <a:spcPts val="0"/>
              </a:spcBef>
              <a:spcAft>
                <a:spcPts val="0"/>
              </a:spcAft>
              <a:buClr>
                <a:srgbClr val="F0F7ED"/>
              </a:buClr>
              <a:buSzPts val="1400"/>
              <a:buNone/>
              <a:defRPr sz="1400">
                <a:solidFill>
                  <a:srgbClr val="F0F7ED"/>
                </a:solidFill>
              </a:defRPr>
            </a:lvl2pPr>
            <a:lvl3pPr lvl="2" rtl="0">
              <a:spcBef>
                <a:spcPts val="0"/>
              </a:spcBef>
              <a:spcAft>
                <a:spcPts val="0"/>
              </a:spcAft>
              <a:buClr>
                <a:srgbClr val="F0F7ED"/>
              </a:buClr>
              <a:buSzPts val="1400"/>
              <a:buNone/>
              <a:defRPr sz="1400">
                <a:solidFill>
                  <a:srgbClr val="F0F7ED"/>
                </a:solidFill>
              </a:defRPr>
            </a:lvl3pPr>
            <a:lvl4pPr lvl="3" rtl="0">
              <a:spcBef>
                <a:spcPts val="0"/>
              </a:spcBef>
              <a:spcAft>
                <a:spcPts val="0"/>
              </a:spcAft>
              <a:buClr>
                <a:srgbClr val="F0F7ED"/>
              </a:buClr>
              <a:buSzPts val="1400"/>
              <a:buNone/>
              <a:defRPr sz="1400">
                <a:solidFill>
                  <a:srgbClr val="F0F7ED"/>
                </a:solidFill>
              </a:defRPr>
            </a:lvl4pPr>
            <a:lvl5pPr lvl="4" rtl="0">
              <a:spcBef>
                <a:spcPts val="0"/>
              </a:spcBef>
              <a:spcAft>
                <a:spcPts val="0"/>
              </a:spcAft>
              <a:buClr>
                <a:srgbClr val="F0F7ED"/>
              </a:buClr>
              <a:buSzPts val="1400"/>
              <a:buNone/>
              <a:defRPr sz="1400">
                <a:solidFill>
                  <a:srgbClr val="F0F7ED"/>
                </a:solidFill>
              </a:defRPr>
            </a:lvl5pPr>
            <a:lvl6pPr lvl="5" rtl="0">
              <a:spcBef>
                <a:spcPts val="0"/>
              </a:spcBef>
              <a:spcAft>
                <a:spcPts val="0"/>
              </a:spcAft>
              <a:buClr>
                <a:srgbClr val="F0F7ED"/>
              </a:buClr>
              <a:buSzPts val="1400"/>
              <a:buNone/>
              <a:defRPr sz="1400">
                <a:solidFill>
                  <a:srgbClr val="F0F7ED"/>
                </a:solidFill>
              </a:defRPr>
            </a:lvl6pPr>
            <a:lvl7pPr lvl="6" rtl="0">
              <a:spcBef>
                <a:spcPts val="0"/>
              </a:spcBef>
              <a:spcAft>
                <a:spcPts val="0"/>
              </a:spcAft>
              <a:buClr>
                <a:srgbClr val="F0F7ED"/>
              </a:buClr>
              <a:buSzPts val="1400"/>
              <a:buNone/>
              <a:defRPr sz="1400">
                <a:solidFill>
                  <a:srgbClr val="F0F7ED"/>
                </a:solidFill>
              </a:defRPr>
            </a:lvl7pPr>
            <a:lvl8pPr lvl="7" rtl="0">
              <a:spcBef>
                <a:spcPts val="0"/>
              </a:spcBef>
              <a:spcAft>
                <a:spcPts val="0"/>
              </a:spcAft>
              <a:buClr>
                <a:srgbClr val="F0F7ED"/>
              </a:buClr>
              <a:buSzPts val="1400"/>
              <a:buNone/>
              <a:defRPr sz="1400">
                <a:solidFill>
                  <a:srgbClr val="F0F7ED"/>
                </a:solidFill>
              </a:defRPr>
            </a:lvl8pPr>
            <a:lvl9pPr lvl="8" rtl="0">
              <a:spcBef>
                <a:spcPts val="0"/>
              </a:spcBef>
              <a:spcAft>
                <a:spcPts val="0"/>
              </a:spcAft>
              <a:buClr>
                <a:srgbClr val="F0F7ED"/>
              </a:buClr>
              <a:buSzPts val="1400"/>
              <a:buNone/>
              <a:defRPr sz="1400">
                <a:solidFill>
                  <a:srgbClr val="F0F7ED"/>
                </a:solidFill>
              </a:defRPr>
            </a:lvl9pPr>
          </a:lstStyle>
          <a:p>
            <a:endParaRPr/>
          </a:p>
        </p:txBody>
      </p:sp>
      <p:sp>
        <p:nvSpPr>
          <p:cNvPr id="536" name="Google Shape;536;p25"/>
          <p:cNvSpPr/>
          <p:nvPr/>
        </p:nvSpPr>
        <p:spPr>
          <a:xfrm rot="2539751">
            <a:off x="4464252" y="-3334804"/>
            <a:ext cx="3172176" cy="4788852"/>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5"/>
          <p:cNvSpPr/>
          <p:nvPr/>
        </p:nvSpPr>
        <p:spPr>
          <a:xfrm rot="9266724">
            <a:off x="4784464" y="1191041"/>
            <a:ext cx="251060" cy="25106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5"/>
          <p:cNvSpPr/>
          <p:nvPr/>
        </p:nvSpPr>
        <p:spPr>
          <a:xfrm>
            <a:off x="5986374" y="4568875"/>
            <a:ext cx="1159500" cy="1159500"/>
          </a:xfrm>
          <a:prstGeom prst="donut">
            <a:avLst>
              <a:gd name="adj" fmla="val 17842"/>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mp; two columns">
  <p:cSld name="CUSTOM_10">
    <p:spTree>
      <p:nvGrpSpPr>
        <p:cNvPr id="1" name="Shape 539"/>
        <p:cNvGrpSpPr/>
        <p:nvPr/>
      </p:nvGrpSpPr>
      <p:grpSpPr>
        <a:xfrm>
          <a:off x="0" y="0"/>
          <a:ext cx="0" cy="0"/>
          <a:chOff x="0" y="0"/>
          <a:chExt cx="0" cy="0"/>
        </a:xfrm>
      </p:grpSpPr>
      <p:sp>
        <p:nvSpPr>
          <p:cNvPr id="540" name="Google Shape;540;p26"/>
          <p:cNvSpPr txBox="1">
            <a:spLocks noGrp="1"/>
          </p:cNvSpPr>
          <p:nvPr>
            <p:ph type="ctrTitle"/>
          </p:nvPr>
        </p:nvSpPr>
        <p:spPr>
          <a:xfrm>
            <a:off x="6497275" y="865275"/>
            <a:ext cx="2091900" cy="1026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343434"/>
              </a:buClr>
              <a:buSzPts val="4000"/>
              <a:buNone/>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41" name="Google Shape;541;p26"/>
          <p:cNvSpPr txBox="1">
            <a:spLocks noGrp="1"/>
          </p:cNvSpPr>
          <p:nvPr>
            <p:ph type="subTitle" idx="1"/>
          </p:nvPr>
        </p:nvSpPr>
        <p:spPr>
          <a:xfrm>
            <a:off x="2600600" y="1350763"/>
            <a:ext cx="1979400" cy="8295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solidFill>
                  <a:srgbClr val="343434"/>
                </a:solidFill>
              </a:defRPr>
            </a:lvl1pPr>
            <a:lvl2pPr lvl="1" rtl="0">
              <a:spcBef>
                <a:spcPts val="0"/>
              </a:spcBef>
              <a:spcAft>
                <a:spcPts val="0"/>
              </a:spcAft>
              <a:buNone/>
              <a:defRPr sz="1400">
                <a:solidFill>
                  <a:srgbClr val="343434"/>
                </a:solidFill>
              </a:defRPr>
            </a:lvl2pPr>
            <a:lvl3pPr lvl="2" rtl="0">
              <a:spcBef>
                <a:spcPts val="0"/>
              </a:spcBef>
              <a:spcAft>
                <a:spcPts val="0"/>
              </a:spcAft>
              <a:buNone/>
              <a:defRPr sz="1400">
                <a:solidFill>
                  <a:srgbClr val="343434"/>
                </a:solidFill>
              </a:defRPr>
            </a:lvl3pPr>
            <a:lvl4pPr lvl="3" rtl="0">
              <a:spcBef>
                <a:spcPts val="0"/>
              </a:spcBef>
              <a:spcAft>
                <a:spcPts val="0"/>
              </a:spcAft>
              <a:buNone/>
              <a:defRPr sz="1400">
                <a:solidFill>
                  <a:srgbClr val="343434"/>
                </a:solidFill>
              </a:defRPr>
            </a:lvl4pPr>
            <a:lvl5pPr lvl="4" rtl="0">
              <a:spcBef>
                <a:spcPts val="0"/>
              </a:spcBef>
              <a:spcAft>
                <a:spcPts val="0"/>
              </a:spcAft>
              <a:buNone/>
              <a:defRPr sz="1400">
                <a:solidFill>
                  <a:srgbClr val="343434"/>
                </a:solidFill>
              </a:defRPr>
            </a:lvl5pPr>
            <a:lvl6pPr lvl="5" rtl="0">
              <a:spcBef>
                <a:spcPts val="0"/>
              </a:spcBef>
              <a:spcAft>
                <a:spcPts val="0"/>
              </a:spcAft>
              <a:buNone/>
              <a:defRPr sz="1400">
                <a:solidFill>
                  <a:srgbClr val="343434"/>
                </a:solidFill>
              </a:defRPr>
            </a:lvl6pPr>
            <a:lvl7pPr lvl="6" rtl="0">
              <a:spcBef>
                <a:spcPts val="0"/>
              </a:spcBef>
              <a:spcAft>
                <a:spcPts val="0"/>
              </a:spcAft>
              <a:buNone/>
              <a:defRPr sz="1400">
                <a:solidFill>
                  <a:srgbClr val="343434"/>
                </a:solidFill>
              </a:defRPr>
            </a:lvl7pPr>
            <a:lvl8pPr lvl="7" rtl="0">
              <a:spcBef>
                <a:spcPts val="0"/>
              </a:spcBef>
              <a:spcAft>
                <a:spcPts val="0"/>
              </a:spcAft>
              <a:buNone/>
              <a:defRPr sz="1400">
                <a:solidFill>
                  <a:srgbClr val="343434"/>
                </a:solidFill>
              </a:defRPr>
            </a:lvl8pPr>
            <a:lvl9pPr lvl="8" rtl="0">
              <a:spcBef>
                <a:spcPts val="0"/>
              </a:spcBef>
              <a:spcAft>
                <a:spcPts val="0"/>
              </a:spcAft>
              <a:buNone/>
              <a:defRPr sz="1400">
                <a:solidFill>
                  <a:srgbClr val="343434"/>
                </a:solidFill>
              </a:defRPr>
            </a:lvl9pPr>
          </a:lstStyle>
          <a:p>
            <a:endParaRPr/>
          </a:p>
        </p:txBody>
      </p:sp>
      <p:sp>
        <p:nvSpPr>
          <p:cNvPr id="542" name="Google Shape;542;p26"/>
          <p:cNvSpPr txBox="1">
            <a:spLocks noGrp="1"/>
          </p:cNvSpPr>
          <p:nvPr>
            <p:ph type="subTitle" idx="2"/>
          </p:nvPr>
        </p:nvSpPr>
        <p:spPr>
          <a:xfrm>
            <a:off x="2600600" y="3516950"/>
            <a:ext cx="1979400" cy="8295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solidFill>
                  <a:srgbClr val="343434"/>
                </a:solidFill>
              </a:defRPr>
            </a:lvl1pPr>
            <a:lvl2pPr lvl="1" rtl="0">
              <a:spcBef>
                <a:spcPts val="0"/>
              </a:spcBef>
              <a:spcAft>
                <a:spcPts val="0"/>
              </a:spcAft>
              <a:buNone/>
              <a:defRPr sz="1400">
                <a:solidFill>
                  <a:srgbClr val="343434"/>
                </a:solidFill>
              </a:defRPr>
            </a:lvl2pPr>
            <a:lvl3pPr lvl="2" rtl="0">
              <a:spcBef>
                <a:spcPts val="0"/>
              </a:spcBef>
              <a:spcAft>
                <a:spcPts val="0"/>
              </a:spcAft>
              <a:buNone/>
              <a:defRPr sz="1400">
                <a:solidFill>
                  <a:srgbClr val="343434"/>
                </a:solidFill>
              </a:defRPr>
            </a:lvl3pPr>
            <a:lvl4pPr lvl="3" rtl="0">
              <a:spcBef>
                <a:spcPts val="0"/>
              </a:spcBef>
              <a:spcAft>
                <a:spcPts val="0"/>
              </a:spcAft>
              <a:buNone/>
              <a:defRPr sz="1400">
                <a:solidFill>
                  <a:srgbClr val="343434"/>
                </a:solidFill>
              </a:defRPr>
            </a:lvl4pPr>
            <a:lvl5pPr lvl="4" rtl="0">
              <a:spcBef>
                <a:spcPts val="0"/>
              </a:spcBef>
              <a:spcAft>
                <a:spcPts val="0"/>
              </a:spcAft>
              <a:buNone/>
              <a:defRPr sz="1400">
                <a:solidFill>
                  <a:srgbClr val="343434"/>
                </a:solidFill>
              </a:defRPr>
            </a:lvl5pPr>
            <a:lvl6pPr lvl="5" rtl="0">
              <a:spcBef>
                <a:spcPts val="0"/>
              </a:spcBef>
              <a:spcAft>
                <a:spcPts val="0"/>
              </a:spcAft>
              <a:buNone/>
              <a:defRPr sz="1400">
                <a:solidFill>
                  <a:srgbClr val="343434"/>
                </a:solidFill>
              </a:defRPr>
            </a:lvl6pPr>
            <a:lvl7pPr lvl="6" rtl="0">
              <a:spcBef>
                <a:spcPts val="0"/>
              </a:spcBef>
              <a:spcAft>
                <a:spcPts val="0"/>
              </a:spcAft>
              <a:buNone/>
              <a:defRPr sz="1400">
                <a:solidFill>
                  <a:srgbClr val="343434"/>
                </a:solidFill>
              </a:defRPr>
            </a:lvl7pPr>
            <a:lvl8pPr lvl="7" rtl="0">
              <a:spcBef>
                <a:spcPts val="0"/>
              </a:spcBef>
              <a:spcAft>
                <a:spcPts val="0"/>
              </a:spcAft>
              <a:buNone/>
              <a:defRPr sz="1400">
                <a:solidFill>
                  <a:srgbClr val="343434"/>
                </a:solidFill>
              </a:defRPr>
            </a:lvl8pPr>
            <a:lvl9pPr lvl="8" rtl="0">
              <a:spcBef>
                <a:spcPts val="0"/>
              </a:spcBef>
              <a:spcAft>
                <a:spcPts val="0"/>
              </a:spcAft>
              <a:buNone/>
              <a:defRPr sz="1400">
                <a:solidFill>
                  <a:srgbClr val="343434"/>
                </a:solidFill>
              </a:defRPr>
            </a:lvl9pPr>
          </a:lstStyle>
          <a:p>
            <a:endParaRPr/>
          </a:p>
        </p:txBody>
      </p:sp>
      <p:sp>
        <p:nvSpPr>
          <p:cNvPr id="543" name="Google Shape;543;p26"/>
          <p:cNvSpPr/>
          <p:nvPr/>
        </p:nvSpPr>
        <p:spPr>
          <a:xfrm>
            <a:off x="-265074" y="-239474"/>
            <a:ext cx="726900" cy="726900"/>
          </a:xfrm>
          <a:prstGeom prst="donut">
            <a:avLst>
              <a:gd name="adj" fmla="val 17842"/>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4" name="Google Shape;544;p26"/>
          <p:cNvGrpSpPr/>
          <p:nvPr/>
        </p:nvGrpSpPr>
        <p:grpSpPr>
          <a:xfrm>
            <a:off x="-465253" y="257358"/>
            <a:ext cx="890209" cy="890424"/>
            <a:chOff x="1347125" y="349025"/>
            <a:chExt cx="4978800" cy="4980000"/>
          </a:xfrm>
        </p:grpSpPr>
        <p:sp>
          <p:nvSpPr>
            <p:cNvPr id="545" name="Google Shape;545;p26"/>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6"/>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6"/>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6"/>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6"/>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6"/>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6"/>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6"/>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6"/>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6"/>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6"/>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6"/>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6"/>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6"/>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6"/>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6"/>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6"/>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6"/>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6"/>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6"/>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6"/>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6"/>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7" name="Google Shape;567;p26"/>
          <p:cNvSpPr txBox="1">
            <a:spLocks noGrp="1"/>
          </p:cNvSpPr>
          <p:nvPr>
            <p:ph type="subTitle" idx="3"/>
          </p:nvPr>
        </p:nvSpPr>
        <p:spPr>
          <a:xfrm>
            <a:off x="2600600" y="1011844"/>
            <a:ext cx="1979400" cy="444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568" name="Google Shape;568;p26"/>
          <p:cNvSpPr txBox="1">
            <a:spLocks noGrp="1"/>
          </p:cNvSpPr>
          <p:nvPr>
            <p:ph type="subTitle" idx="4"/>
          </p:nvPr>
        </p:nvSpPr>
        <p:spPr>
          <a:xfrm>
            <a:off x="2600600" y="3178025"/>
            <a:ext cx="1979400" cy="444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One column text 2">
  <p:cSld name="CUSTOM_11">
    <p:spTree>
      <p:nvGrpSpPr>
        <p:cNvPr id="1" name="Shape 569"/>
        <p:cNvGrpSpPr/>
        <p:nvPr/>
      </p:nvGrpSpPr>
      <p:grpSpPr>
        <a:xfrm>
          <a:off x="0" y="0"/>
          <a:ext cx="0" cy="0"/>
          <a:chOff x="0" y="0"/>
          <a:chExt cx="0" cy="0"/>
        </a:xfrm>
      </p:grpSpPr>
      <p:sp>
        <p:nvSpPr>
          <p:cNvPr id="570" name="Google Shape;570;p27"/>
          <p:cNvSpPr txBox="1">
            <a:spLocks noGrp="1"/>
          </p:cNvSpPr>
          <p:nvPr>
            <p:ph type="title"/>
          </p:nvPr>
        </p:nvSpPr>
        <p:spPr>
          <a:xfrm>
            <a:off x="5075700" y="1749900"/>
            <a:ext cx="3348300" cy="5895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2700">
                <a:solidFill>
                  <a:schemeClr val="accent5"/>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endParaRPr/>
          </a:p>
        </p:txBody>
      </p:sp>
      <p:sp>
        <p:nvSpPr>
          <p:cNvPr id="571" name="Google Shape;571;p27"/>
          <p:cNvSpPr txBox="1">
            <a:spLocks noGrp="1"/>
          </p:cNvSpPr>
          <p:nvPr>
            <p:ph type="subTitle" idx="1"/>
          </p:nvPr>
        </p:nvSpPr>
        <p:spPr>
          <a:xfrm>
            <a:off x="5075700" y="2339400"/>
            <a:ext cx="2959200" cy="105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572" name="Google Shape;572;p27"/>
          <p:cNvSpPr/>
          <p:nvPr/>
        </p:nvSpPr>
        <p:spPr>
          <a:xfrm rot="2539751">
            <a:off x="7178252" y="-3728754"/>
            <a:ext cx="3172176" cy="4788852"/>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7"/>
          <p:cNvSpPr/>
          <p:nvPr/>
        </p:nvSpPr>
        <p:spPr>
          <a:xfrm rot="9266724">
            <a:off x="7498464" y="797091"/>
            <a:ext cx="251060" cy="25106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text 3">
  <p:cSld name="CUSTOM_12">
    <p:bg>
      <p:bgPr>
        <a:solidFill>
          <a:schemeClr val="accent1"/>
        </a:solidFill>
        <a:effectLst/>
      </p:bgPr>
    </p:bg>
    <p:spTree>
      <p:nvGrpSpPr>
        <p:cNvPr id="1" name="Shape 574"/>
        <p:cNvGrpSpPr/>
        <p:nvPr/>
      </p:nvGrpSpPr>
      <p:grpSpPr>
        <a:xfrm>
          <a:off x="0" y="0"/>
          <a:ext cx="0" cy="0"/>
          <a:chOff x="0" y="0"/>
          <a:chExt cx="0" cy="0"/>
        </a:xfrm>
      </p:grpSpPr>
      <p:sp>
        <p:nvSpPr>
          <p:cNvPr id="575" name="Google Shape;575;p28"/>
          <p:cNvSpPr txBox="1">
            <a:spLocks noGrp="1"/>
          </p:cNvSpPr>
          <p:nvPr>
            <p:ph type="title"/>
          </p:nvPr>
        </p:nvSpPr>
        <p:spPr>
          <a:xfrm>
            <a:off x="5075700" y="1756688"/>
            <a:ext cx="3348300" cy="578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0F7ED"/>
              </a:buClr>
              <a:buSzPts val="2700"/>
              <a:buNone/>
              <a:defRPr sz="2700">
                <a:solidFill>
                  <a:schemeClr val="lt2"/>
                </a:solidFill>
              </a:defRPr>
            </a:lvl1pPr>
            <a:lvl2pPr lvl="1" rtl="0">
              <a:spcBef>
                <a:spcPts val="0"/>
              </a:spcBef>
              <a:spcAft>
                <a:spcPts val="0"/>
              </a:spcAft>
              <a:buClr>
                <a:srgbClr val="F0F7ED"/>
              </a:buClr>
              <a:buSzPts val="1400"/>
              <a:buNone/>
              <a:defRPr sz="1400">
                <a:solidFill>
                  <a:srgbClr val="F0F7ED"/>
                </a:solidFill>
              </a:defRPr>
            </a:lvl2pPr>
            <a:lvl3pPr lvl="2" rtl="0">
              <a:spcBef>
                <a:spcPts val="0"/>
              </a:spcBef>
              <a:spcAft>
                <a:spcPts val="0"/>
              </a:spcAft>
              <a:buClr>
                <a:srgbClr val="F0F7ED"/>
              </a:buClr>
              <a:buSzPts val="1400"/>
              <a:buNone/>
              <a:defRPr sz="1400">
                <a:solidFill>
                  <a:srgbClr val="F0F7ED"/>
                </a:solidFill>
              </a:defRPr>
            </a:lvl3pPr>
            <a:lvl4pPr lvl="3" rtl="0">
              <a:spcBef>
                <a:spcPts val="0"/>
              </a:spcBef>
              <a:spcAft>
                <a:spcPts val="0"/>
              </a:spcAft>
              <a:buClr>
                <a:srgbClr val="F0F7ED"/>
              </a:buClr>
              <a:buSzPts val="1400"/>
              <a:buNone/>
              <a:defRPr sz="1400">
                <a:solidFill>
                  <a:srgbClr val="F0F7ED"/>
                </a:solidFill>
              </a:defRPr>
            </a:lvl4pPr>
            <a:lvl5pPr lvl="4" rtl="0">
              <a:spcBef>
                <a:spcPts val="0"/>
              </a:spcBef>
              <a:spcAft>
                <a:spcPts val="0"/>
              </a:spcAft>
              <a:buClr>
                <a:srgbClr val="F0F7ED"/>
              </a:buClr>
              <a:buSzPts val="1400"/>
              <a:buNone/>
              <a:defRPr sz="1400">
                <a:solidFill>
                  <a:srgbClr val="F0F7ED"/>
                </a:solidFill>
              </a:defRPr>
            </a:lvl5pPr>
            <a:lvl6pPr lvl="5" rtl="0">
              <a:spcBef>
                <a:spcPts val="0"/>
              </a:spcBef>
              <a:spcAft>
                <a:spcPts val="0"/>
              </a:spcAft>
              <a:buClr>
                <a:srgbClr val="F0F7ED"/>
              </a:buClr>
              <a:buSzPts val="1400"/>
              <a:buNone/>
              <a:defRPr sz="1400">
                <a:solidFill>
                  <a:srgbClr val="F0F7ED"/>
                </a:solidFill>
              </a:defRPr>
            </a:lvl6pPr>
            <a:lvl7pPr lvl="6" rtl="0">
              <a:spcBef>
                <a:spcPts val="0"/>
              </a:spcBef>
              <a:spcAft>
                <a:spcPts val="0"/>
              </a:spcAft>
              <a:buClr>
                <a:srgbClr val="F0F7ED"/>
              </a:buClr>
              <a:buSzPts val="1400"/>
              <a:buNone/>
              <a:defRPr sz="1400">
                <a:solidFill>
                  <a:srgbClr val="F0F7ED"/>
                </a:solidFill>
              </a:defRPr>
            </a:lvl7pPr>
            <a:lvl8pPr lvl="7" rtl="0">
              <a:spcBef>
                <a:spcPts val="0"/>
              </a:spcBef>
              <a:spcAft>
                <a:spcPts val="0"/>
              </a:spcAft>
              <a:buClr>
                <a:srgbClr val="F0F7ED"/>
              </a:buClr>
              <a:buSzPts val="1400"/>
              <a:buNone/>
              <a:defRPr sz="1400">
                <a:solidFill>
                  <a:srgbClr val="F0F7ED"/>
                </a:solidFill>
              </a:defRPr>
            </a:lvl8pPr>
            <a:lvl9pPr lvl="8" rtl="0">
              <a:spcBef>
                <a:spcPts val="0"/>
              </a:spcBef>
              <a:spcAft>
                <a:spcPts val="0"/>
              </a:spcAft>
              <a:buClr>
                <a:srgbClr val="F0F7ED"/>
              </a:buClr>
              <a:buSzPts val="1400"/>
              <a:buNone/>
              <a:defRPr sz="1400">
                <a:solidFill>
                  <a:srgbClr val="F0F7ED"/>
                </a:solidFill>
              </a:defRPr>
            </a:lvl9pPr>
          </a:lstStyle>
          <a:p>
            <a:endParaRPr/>
          </a:p>
        </p:txBody>
      </p:sp>
      <p:sp>
        <p:nvSpPr>
          <p:cNvPr id="576" name="Google Shape;576;p28"/>
          <p:cNvSpPr txBox="1">
            <a:spLocks noGrp="1"/>
          </p:cNvSpPr>
          <p:nvPr>
            <p:ph type="subTitle" idx="1"/>
          </p:nvPr>
        </p:nvSpPr>
        <p:spPr>
          <a:xfrm>
            <a:off x="5075700" y="2353613"/>
            <a:ext cx="2939400" cy="103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400">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577" name="Google Shape;577;p28"/>
          <p:cNvSpPr/>
          <p:nvPr/>
        </p:nvSpPr>
        <p:spPr>
          <a:xfrm rot="8260249" flipH="1">
            <a:off x="7170952" y="3939071"/>
            <a:ext cx="3172176" cy="4788852"/>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8"/>
          <p:cNvSpPr/>
          <p:nvPr/>
        </p:nvSpPr>
        <p:spPr>
          <a:xfrm rot="1533276" flipH="1">
            <a:off x="7491164" y="3951018"/>
            <a:ext cx="251060" cy="25106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 Thanks slide">
  <p:cSld name="CUSTOM_13">
    <p:bg>
      <p:bgPr>
        <a:solidFill>
          <a:schemeClr val="accent1"/>
        </a:solidFill>
        <a:effectLst/>
      </p:bgPr>
    </p:bg>
    <p:spTree>
      <p:nvGrpSpPr>
        <p:cNvPr id="1" name="Shape 579"/>
        <p:cNvGrpSpPr/>
        <p:nvPr/>
      </p:nvGrpSpPr>
      <p:grpSpPr>
        <a:xfrm>
          <a:off x="0" y="0"/>
          <a:ext cx="0" cy="0"/>
          <a:chOff x="0" y="0"/>
          <a:chExt cx="0" cy="0"/>
        </a:xfrm>
      </p:grpSpPr>
      <p:sp>
        <p:nvSpPr>
          <p:cNvPr id="580" name="Google Shape;580;p29"/>
          <p:cNvSpPr/>
          <p:nvPr/>
        </p:nvSpPr>
        <p:spPr>
          <a:xfrm>
            <a:off x="-936625" y="859450"/>
            <a:ext cx="3151800" cy="3151800"/>
          </a:xfrm>
          <a:prstGeom prst="donut">
            <a:avLst>
              <a:gd name="adj" fmla="val 17842"/>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9"/>
          <p:cNvSpPr/>
          <p:nvPr/>
        </p:nvSpPr>
        <p:spPr>
          <a:xfrm>
            <a:off x="293888" y="3180800"/>
            <a:ext cx="474000" cy="4740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7210"/>
              </a:solidFill>
            </a:endParaRPr>
          </a:p>
        </p:txBody>
      </p:sp>
      <p:grpSp>
        <p:nvGrpSpPr>
          <p:cNvPr id="582" name="Google Shape;582;p29"/>
          <p:cNvGrpSpPr/>
          <p:nvPr/>
        </p:nvGrpSpPr>
        <p:grpSpPr>
          <a:xfrm>
            <a:off x="1283282" y="788704"/>
            <a:ext cx="781174" cy="781362"/>
            <a:chOff x="1347125" y="349025"/>
            <a:chExt cx="4978800" cy="4980000"/>
          </a:xfrm>
        </p:grpSpPr>
        <p:sp>
          <p:nvSpPr>
            <p:cNvPr id="583" name="Google Shape;583;p29"/>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9"/>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9"/>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9"/>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9"/>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9"/>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9"/>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9"/>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9"/>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9"/>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9"/>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9"/>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9"/>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9"/>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9"/>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9"/>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9"/>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9"/>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9"/>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9"/>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9"/>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9"/>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5" name="Google Shape;605;p29"/>
          <p:cNvSpPr txBox="1">
            <a:spLocks noGrp="1"/>
          </p:cNvSpPr>
          <p:nvPr>
            <p:ph type="title"/>
          </p:nvPr>
        </p:nvSpPr>
        <p:spPr>
          <a:xfrm>
            <a:off x="2234125" y="2150850"/>
            <a:ext cx="5679300" cy="841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0F7ED"/>
              </a:buClr>
              <a:buSzPts val="4000"/>
              <a:buNone/>
              <a:defRPr sz="5000">
                <a:solidFill>
                  <a:srgbClr val="F0F7ED"/>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606" name="Google Shape;606;p29"/>
          <p:cNvSpPr txBox="1">
            <a:spLocks noGrp="1"/>
          </p:cNvSpPr>
          <p:nvPr>
            <p:ph type="subTitle" idx="1"/>
          </p:nvPr>
        </p:nvSpPr>
        <p:spPr>
          <a:xfrm>
            <a:off x="4627625" y="4320125"/>
            <a:ext cx="3785400" cy="279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2"/>
              </a:buClr>
              <a:buSzPts val="1200"/>
              <a:buNone/>
              <a:defRPr>
                <a:solidFill>
                  <a:schemeClr val="lt1"/>
                </a:solidFill>
              </a:defRPr>
            </a:lvl1pPr>
            <a:lvl2pPr lvl="1" algn="r" rtl="0">
              <a:lnSpc>
                <a:spcPct val="100000"/>
              </a:lnSpc>
              <a:spcBef>
                <a:spcPts val="0"/>
              </a:spcBef>
              <a:spcAft>
                <a:spcPts val="0"/>
              </a:spcAft>
              <a:buClr>
                <a:schemeClr val="lt2"/>
              </a:buClr>
              <a:buSzPts val="1200"/>
              <a:buNone/>
              <a:defRPr>
                <a:solidFill>
                  <a:schemeClr val="lt2"/>
                </a:solidFill>
              </a:defRPr>
            </a:lvl2pPr>
            <a:lvl3pPr lvl="2" algn="r" rtl="0">
              <a:lnSpc>
                <a:spcPct val="100000"/>
              </a:lnSpc>
              <a:spcBef>
                <a:spcPts val="0"/>
              </a:spcBef>
              <a:spcAft>
                <a:spcPts val="0"/>
              </a:spcAft>
              <a:buClr>
                <a:schemeClr val="lt2"/>
              </a:buClr>
              <a:buSzPts val="1200"/>
              <a:buNone/>
              <a:defRPr>
                <a:solidFill>
                  <a:schemeClr val="lt2"/>
                </a:solidFill>
              </a:defRPr>
            </a:lvl3pPr>
            <a:lvl4pPr lvl="3" algn="r" rtl="0">
              <a:lnSpc>
                <a:spcPct val="100000"/>
              </a:lnSpc>
              <a:spcBef>
                <a:spcPts val="0"/>
              </a:spcBef>
              <a:spcAft>
                <a:spcPts val="0"/>
              </a:spcAft>
              <a:buClr>
                <a:schemeClr val="lt2"/>
              </a:buClr>
              <a:buSzPts val="1200"/>
              <a:buNone/>
              <a:defRPr>
                <a:solidFill>
                  <a:schemeClr val="lt2"/>
                </a:solidFill>
              </a:defRPr>
            </a:lvl4pPr>
            <a:lvl5pPr lvl="4" algn="r" rtl="0">
              <a:lnSpc>
                <a:spcPct val="100000"/>
              </a:lnSpc>
              <a:spcBef>
                <a:spcPts val="0"/>
              </a:spcBef>
              <a:spcAft>
                <a:spcPts val="0"/>
              </a:spcAft>
              <a:buClr>
                <a:schemeClr val="lt2"/>
              </a:buClr>
              <a:buSzPts val="1200"/>
              <a:buNone/>
              <a:defRPr>
                <a:solidFill>
                  <a:schemeClr val="lt2"/>
                </a:solidFill>
              </a:defRPr>
            </a:lvl5pPr>
            <a:lvl6pPr lvl="5" algn="r" rtl="0">
              <a:lnSpc>
                <a:spcPct val="100000"/>
              </a:lnSpc>
              <a:spcBef>
                <a:spcPts val="0"/>
              </a:spcBef>
              <a:spcAft>
                <a:spcPts val="0"/>
              </a:spcAft>
              <a:buClr>
                <a:schemeClr val="lt2"/>
              </a:buClr>
              <a:buSzPts val="1200"/>
              <a:buNone/>
              <a:defRPr>
                <a:solidFill>
                  <a:schemeClr val="lt2"/>
                </a:solidFill>
              </a:defRPr>
            </a:lvl6pPr>
            <a:lvl7pPr lvl="6" algn="r" rtl="0">
              <a:lnSpc>
                <a:spcPct val="100000"/>
              </a:lnSpc>
              <a:spcBef>
                <a:spcPts val="0"/>
              </a:spcBef>
              <a:spcAft>
                <a:spcPts val="0"/>
              </a:spcAft>
              <a:buClr>
                <a:schemeClr val="lt2"/>
              </a:buClr>
              <a:buSzPts val="1200"/>
              <a:buNone/>
              <a:defRPr>
                <a:solidFill>
                  <a:schemeClr val="lt2"/>
                </a:solidFill>
              </a:defRPr>
            </a:lvl7pPr>
            <a:lvl8pPr lvl="7" algn="r" rtl="0">
              <a:lnSpc>
                <a:spcPct val="100000"/>
              </a:lnSpc>
              <a:spcBef>
                <a:spcPts val="0"/>
              </a:spcBef>
              <a:spcAft>
                <a:spcPts val="0"/>
              </a:spcAft>
              <a:buClr>
                <a:schemeClr val="lt2"/>
              </a:buClr>
              <a:buSzPts val="1200"/>
              <a:buNone/>
              <a:defRPr>
                <a:solidFill>
                  <a:schemeClr val="lt2"/>
                </a:solidFill>
              </a:defRPr>
            </a:lvl8pPr>
            <a:lvl9pPr lvl="8" algn="r" rtl="0">
              <a:lnSpc>
                <a:spcPct val="100000"/>
              </a:lnSpc>
              <a:spcBef>
                <a:spcPts val="0"/>
              </a:spcBef>
              <a:spcAft>
                <a:spcPts val="0"/>
              </a:spcAft>
              <a:buClr>
                <a:schemeClr val="lt2"/>
              </a:buClr>
              <a:buSzPts val="1200"/>
              <a:buNone/>
              <a:defRPr>
                <a:solidFill>
                  <a:schemeClr val="lt2"/>
                </a:solidFill>
              </a:defRPr>
            </a:lvl9pPr>
          </a:lstStyle>
          <a:p>
            <a:endParaRPr/>
          </a:p>
        </p:txBody>
      </p:sp>
      <p:sp>
        <p:nvSpPr>
          <p:cNvPr id="607" name="Google Shape;607;p29"/>
          <p:cNvSpPr txBox="1"/>
          <p:nvPr/>
        </p:nvSpPr>
        <p:spPr>
          <a:xfrm>
            <a:off x="5079125" y="3413675"/>
            <a:ext cx="3345000" cy="460800"/>
          </a:xfrm>
          <a:prstGeom prst="rect">
            <a:avLst/>
          </a:prstGeom>
          <a:noFill/>
          <a:ln>
            <a:noFill/>
          </a:ln>
        </p:spPr>
        <p:txBody>
          <a:bodyPr spcFirstLastPara="1" wrap="square" lIns="91425" tIns="91425" rIns="91425" bIns="91425" anchor="t" anchorCtr="0">
            <a:noAutofit/>
          </a:bodyPr>
          <a:lstStyle/>
          <a:p>
            <a:pPr marL="0" lvl="0" indent="0" algn="r" rtl="0">
              <a:spcBef>
                <a:spcPts val="300"/>
              </a:spcBef>
              <a:spcAft>
                <a:spcPts val="0"/>
              </a:spcAft>
              <a:buNone/>
            </a:pPr>
            <a:r>
              <a:rPr lang="en-GB" sz="1200">
                <a:solidFill>
                  <a:schemeClr val="lt2"/>
                </a:solidFill>
                <a:latin typeface="Barlow"/>
                <a:ea typeface="Barlow"/>
                <a:cs typeface="Barlow"/>
                <a:sym typeface="Barlow"/>
              </a:rPr>
              <a:t>CREDITS: This presentation template was created by </a:t>
            </a:r>
            <a:r>
              <a:rPr lang="en-GB" sz="1200" b="1">
                <a:solidFill>
                  <a:schemeClr val="lt2"/>
                </a:solidFill>
                <a:uFill>
                  <a:noFill/>
                </a:uFill>
                <a:latin typeface="Barlow"/>
                <a:ea typeface="Barlow"/>
                <a:cs typeface="Barlow"/>
                <a:sym typeface="Barlow"/>
                <a:hlinkClick r:id="rId2"/>
              </a:rPr>
              <a:t>Slidesgo</a:t>
            </a:r>
            <a:r>
              <a:rPr lang="en-GB" sz="1200">
                <a:solidFill>
                  <a:schemeClr val="lt2"/>
                </a:solidFill>
                <a:latin typeface="Barlow"/>
                <a:ea typeface="Barlow"/>
                <a:cs typeface="Barlow"/>
                <a:sym typeface="Barlow"/>
              </a:rPr>
              <a:t>, including icons by </a:t>
            </a:r>
            <a:r>
              <a:rPr lang="en-GB" sz="1200" b="1">
                <a:solidFill>
                  <a:schemeClr val="lt2"/>
                </a:solidFill>
                <a:uFill>
                  <a:noFill/>
                </a:uFill>
                <a:latin typeface="Barlow"/>
                <a:ea typeface="Barlow"/>
                <a:cs typeface="Barlow"/>
                <a:sym typeface="Barlow"/>
                <a:hlinkClick r:id="rId3"/>
              </a:rPr>
              <a:t>Flaticon</a:t>
            </a:r>
            <a:r>
              <a:rPr lang="en-GB" sz="1200">
                <a:solidFill>
                  <a:schemeClr val="lt2"/>
                </a:solidFill>
                <a:latin typeface="Barlow"/>
                <a:ea typeface="Barlow"/>
                <a:cs typeface="Barlow"/>
                <a:sym typeface="Barlow"/>
              </a:rPr>
              <a:t>, and infographics &amp; images by </a:t>
            </a:r>
            <a:r>
              <a:rPr lang="en-GB" sz="1200" b="1">
                <a:solidFill>
                  <a:schemeClr val="lt2"/>
                </a:solidFill>
                <a:uFill>
                  <a:noFill/>
                </a:uFill>
                <a:latin typeface="Barlow"/>
                <a:ea typeface="Barlow"/>
                <a:cs typeface="Barlow"/>
                <a:sym typeface="Barlow"/>
                <a:hlinkClick r:id="rId4"/>
              </a:rPr>
              <a:t>Freepik</a:t>
            </a:r>
            <a:r>
              <a:rPr lang="en-GB" sz="1200">
                <a:solidFill>
                  <a:schemeClr val="lt2"/>
                </a:solidFill>
                <a:latin typeface="Barlow"/>
                <a:ea typeface="Barlow"/>
                <a:cs typeface="Barlow"/>
                <a:sym typeface="Barlow"/>
              </a:rPr>
              <a:t>. </a:t>
            </a:r>
            <a:endParaRPr sz="1200">
              <a:solidFill>
                <a:schemeClr val="lt2"/>
              </a:solidFill>
              <a:latin typeface="Barlow"/>
              <a:ea typeface="Barlow"/>
              <a:cs typeface="Barlow"/>
              <a:sym typeface="Barlow"/>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2">
  <p:cSld name="CUSTOM_14">
    <p:bg>
      <p:bgPr>
        <a:solidFill>
          <a:schemeClr val="accent1"/>
        </a:solidFill>
        <a:effectLst/>
      </p:bgPr>
    </p:bg>
    <p:spTree>
      <p:nvGrpSpPr>
        <p:cNvPr id="1" name="Shape 608"/>
        <p:cNvGrpSpPr/>
        <p:nvPr/>
      </p:nvGrpSpPr>
      <p:grpSpPr>
        <a:xfrm>
          <a:off x="0" y="0"/>
          <a:ext cx="0" cy="0"/>
          <a:chOff x="0" y="0"/>
          <a:chExt cx="0" cy="0"/>
        </a:xfrm>
      </p:grpSpPr>
      <p:sp>
        <p:nvSpPr>
          <p:cNvPr id="609" name="Google Shape;609;p30"/>
          <p:cNvSpPr/>
          <p:nvPr/>
        </p:nvSpPr>
        <p:spPr>
          <a:xfrm>
            <a:off x="-1441968" y="632603"/>
            <a:ext cx="3764100" cy="3764100"/>
          </a:xfrm>
          <a:prstGeom prst="donut">
            <a:avLst>
              <a:gd name="adj" fmla="val 17842"/>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grpSp>
        <p:nvGrpSpPr>
          <p:cNvPr id="610" name="Google Shape;610;p30"/>
          <p:cNvGrpSpPr/>
          <p:nvPr/>
        </p:nvGrpSpPr>
        <p:grpSpPr>
          <a:xfrm>
            <a:off x="1335868" y="686194"/>
            <a:ext cx="650729" cy="650886"/>
            <a:chOff x="1347125" y="349025"/>
            <a:chExt cx="4978800" cy="4980000"/>
          </a:xfrm>
        </p:grpSpPr>
        <p:sp>
          <p:nvSpPr>
            <p:cNvPr id="611" name="Google Shape;611;p3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3" name="Google Shape;633;p30"/>
          <p:cNvSpPr/>
          <p:nvPr/>
        </p:nvSpPr>
        <p:spPr>
          <a:xfrm>
            <a:off x="246147" y="3433400"/>
            <a:ext cx="501000" cy="5010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0"/>
          <p:cNvSpPr txBox="1">
            <a:spLocks noGrp="1"/>
          </p:cNvSpPr>
          <p:nvPr>
            <p:ph type="title"/>
          </p:nvPr>
        </p:nvSpPr>
        <p:spPr>
          <a:xfrm>
            <a:off x="2417725" y="1959488"/>
            <a:ext cx="5679300" cy="10353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4000">
                <a:solidFill>
                  <a:schemeClr val="lt2"/>
                </a:solidFill>
              </a:defRPr>
            </a:lvl1pPr>
            <a:lvl2pPr lvl="1" rtl="0">
              <a:spcBef>
                <a:spcPts val="0"/>
              </a:spcBef>
              <a:spcAft>
                <a:spcPts val="0"/>
              </a:spcAft>
              <a:buClr>
                <a:srgbClr val="F0F7ED"/>
              </a:buClr>
              <a:buSzPts val="3600"/>
              <a:buNone/>
              <a:defRPr sz="3600">
                <a:solidFill>
                  <a:srgbClr val="F0F7ED"/>
                </a:solidFill>
              </a:defRPr>
            </a:lvl2pPr>
            <a:lvl3pPr lvl="2" rtl="0">
              <a:spcBef>
                <a:spcPts val="0"/>
              </a:spcBef>
              <a:spcAft>
                <a:spcPts val="0"/>
              </a:spcAft>
              <a:buClr>
                <a:srgbClr val="F0F7ED"/>
              </a:buClr>
              <a:buSzPts val="3600"/>
              <a:buNone/>
              <a:defRPr sz="3600">
                <a:solidFill>
                  <a:srgbClr val="F0F7ED"/>
                </a:solidFill>
              </a:defRPr>
            </a:lvl3pPr>
            <a:lvl4pPr lvl="3" rtl="0">
              <a:spcBef>
                <a:spcPts val="0"/>
              </a:spcBef>
              <a:spcAft>
                <a:spcPts val="0"/>
              </a:spcAft>
              <a:buClr>
                <a:srgbClr val="F0F7ED"/>
              </a:buClr>
              <a:buSzPts val="3600"/>
              <a:buNone/>
              <a:defRPr sz="3600">
                <a:solidFill>
                  <a:srgbClr val="F0F7ED"/>
                </a:solidFill>
              </a:defRPr>
            </a:lvl4pPr>
            <a:lvl5pPr lvl="4" rtl="0">
              <a:spcBef>
                <a:spcPts val="0"/>
              </a:spcBef>
              <a:spcAft>
                <a:spcPts val="0"/>
              </a:spcAft>
              <a:buClr>
                <a:srgbClr val="F0F7ED"/>
              </a:buClr>
              <a:buSzPts val="3600"/>
              <a:buNone/>
              <a:defRPr sz="3600">
                <a:solidFill>
                  <a:srgbClr val="F0F7ED"/>
                </a:solidFill>
              </a:defRPr>
            </a:lvl5pPr>
            <a:lvl6pPr lvl="5" rtl="0">
              <a:spcBef>
                <a:spcPts val="0"/>
              </a:spcBef>
              <a:spcAft>
                <a:spcPts val="0"/>
              </a:spcAft>
              <a:buClr>
                <a:srgbClr val="F0F7ED"/>
              </a:buClr>
              <a:buSzPts val="3600"/>
              <a:buNone/>
              <a:defRPr sz="3600">
                <a:solidFill>
                  <a:srgbClr val="F0F7ED"/>
                </a:solidFill>
              </a:defRPr>
            </a:lvl6pPr>
            <a:lvl7pPr lvl="6" rtl="0">
              <a:spcBef>
                <a:spcPts val="0"/>
              </a:spcBef>
              <a:spcAft>
                <a:spcPts val="0"/>
              </a:spcAft>
              <a:buClr>
                <a:srgbClr val="F0F7ED"/>
              </a:buClr>
              <a:buSzPts val="3600"/>
              <a:buNone/>
              <a:defRPr sz="3600">
                <a:solidFill>
                  <a:srgbClr val="F0F7ED"/>
                </a:solidFill>
              </a:defRPr>
            </a:lvl7pPr>
            <a:lvl8pPr lvl="7" rtl="0">
              <a:spcBef>
                <a:spcPts val="0"/>
              </a:spcBef>
              <a:spcAft>
                <a:spcPts val="0"/>
              </a:spcAft>
              <a:buClr>
                <a:srgbClr val="F0F7ED"/>
              </a:buClr>
              <a:buSzPts val="3600"/>
              <a:buNone/>
              <a:defRPr sz="3600">
                <a:solidFill>
                  <a:srgbClr val="F0F7ED"/>
                </a:solidFill>
              </a:defRPr>
            </a:lvl8pPr>
            <a:lvl9pPr lvl="8" rtl="0">
              <a:spcBef>
                <a:spcPts val="0"/>
              </a:spcBef>
              <a:spcAft>
                <a:spcPts val="0"/>
              </a:spcAft>
              <a:buClr>
                <a:srgbClr val="F0F7ED"/>
              </a:buClr>
              <a:buSzPts val="3600"/>
              <a:buNone/>
              <a:defRPr sz="3600">
                <a:solidFill>
                  <a:srgbClr val="F0F7ED"/>
                </a:solidFill>
              </a:defRPr>
            </a:lvl9pPr>
          </a:lstStyle>
          <a:p>
            <a:endParaRPr/>
          </a:p>
        </p:txBody>
      </p:sp>
      <p:sp>
        <p:nvSpPr>
          <p:cNvPr id="635" name="Google Shape;635;p30"/>
          <p:cNvSpPr txBox="1">
            <a:spLocks noGrp="1"/>
          </p:cNvSpPr>
          <p:nvPr>
            <p:ph type="subTitle" idx="1"/>
          </p:nvPr>
        </p:nvSpPr>
        <p:spPr>
          <a:xfrm>
            <a:off x="2417725" y="2994913"/>
            <a:ext cx="56793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400">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36" name="Google Shape;636;p30"/>
          <p:cNvSpPr/>
          <p:nvPr/>
        </p:nvSpPr>
        <p:spPr>
          <a:xfrm>
            <a:off x="602498" y="3698775"/>
            <a:ext cx="235500" cy="235500"/>
          </a:xfrm>
          <a:prstGeom prst="ellipse">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0"/>
          <p:cNvSpPr txBox="1">
            <a:spLocks noGrp="1"/>
          </p:cNvSpPr>
          <p:nvPr>
            <p:ph type="title" idx="2" hasCustomPrompt="1"/>
          </p:nvPr>
        </p:nvSpPr>
        <p:spPr>
          <a:xfrm>
            <a:off x="2417725" y="1355975"/>
            <a:ext cx="5679300" cy="792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4000">
                <a:solidFill>
                  <a:schemeClr val="accent2"/>
                </a:solidFill>
              </a:defRPr>
            </a:lvl1pPr>
            <a:lvl2pPr lvl="1" rtl="0">
              <a:spcBef>
                <a:spcPts val="0"/>
              </a:spcBef>
              <a:spcAft>
                <a:spcPts val="0"/>
              </a:spcAft>
              <a:buClr>
                <a:srgbClr val="FF7210"/>
              </a:buClr>
              <a:buSzPts val="4000"/>
              <a:buNone/>
              <a:defRPr sz="4000">
                <a:solidFill>
                  <a:srgbClr val="FF7210"/>
                </a:solidFill>
              </a:defRPr>
            </a:lvl2pPr>
            <a:lvl3pPr lvl="2" rtl="0">
              <a:spcBef>
                <a:spcPts val="0"/>
              </a:spcBef>
              <a:spcAft>
                <a:spcPts val="0"/>
              </a:spcAft>
              <a:buClr>
                <a:srgbClr val="FF7210"/>
              </a:buClr>
              <a:buSzPts val="4000"/>
              <a:buNone/>
              <a:defRPr sz="4000">
                <a:solidFill>
                  <a:srgbClr val="FF7210"/>
                </a:solidFill>
              </a:defRPr>
            </a:lvl3pPr>
            <a:lvl4pPr lvl="3" rtl="0">
              <a:spcBef>
                <a:spcPts val="0"/>
              </a:spcBef>
              <a:spcAft>
                <a:spcPts val="0"/>
              </a:spcAft>
              <a:buClr>
                <a:srgbClr val="FF7210"/>
              </a:buClr>
              <a:buSzPts val="4000"/>
              <a:buNone/>
              <a:defRPr sz="4000">
                <a:solidFill>
                  <a:srgbClr val="FF7210"/>
                </a:solidFill>
              </a:defRPr>
            </a:lvl4pPr>
            <a:lvl5pPr lvl="4" rtl="0">
              <a:spcBef>
                <a:spcPts val="0"/>
              </a:spcBef>
              <a:spcAft>
                <a:spcPts val="0"/>
              </a:spcAft>
              <a:buClr>
                <a:srgbClr val="FF7210"/>
              </a:buClr>
              <a:buSzPts val="4000"/>
              <a:buNone/>
              <a:defRPr sz="4000">
                <a:solidFill>
                  <a:srgbClr val="FF7210"/>
                </a:solidFill>
              </a:defRPr>
            </a:lvl5pPr>
            <a:lvl6pPr lvl="5" rtl="0">
              <a:spcBef>
                <a:spcPts val="0"/>
              </a:spcBef>
              <a:spcAft>
                <a:spcPts val="0"/>
              </a:spcAft>
              <a:buClr>
                <a:srgbClr val="FF7210"/>
              </a:buClr>
              <a:buSzPts val="4000"/>
              <a:buNone/>
              <a:defRPr sz="4000">
                <a:solidFill>
                  <a:srgbClr val="FF7210"/>
                </a:solidFill>
              </a:defRPr>
            </a:lvl6pPr>
            <a:lvl7pPr lvl="6" rtl="0">
              <a:spcBef>
                <a:spcPts val="0"/>
              </a:spcBef>
              <a:spcAft>
                <a:spcPts val="0"/>
              </a:spcAft>
              <a:buClr>
                <a:srgbClr val="FF7210"/>
              </a:buClr>
              <a:buSzPts val="4000"/>
              <a:buNone/>
              <a:defRPr sz="4000">
                <a:solidFill>
                  <a:srgbClr val="FF7210"/>
                </a:solidFill>
              </a:defRPr>
            </a:lvl7pPr>
            <a:lvl8pPr lvl="7" rtl="0">
              <a:spcBef>
                <a:spcPts val="0"/>
              </a:spcBef>
              <a:spcAft>
                <a:spcPts val="0"/>
              </a:spcAft>
              <a:buClr>
                <a:srgbClr val="FF7210"/>
              </a:buClr>
              <a:buSzPts val="4000"/>
              <a:buNone/>
              <a:defRPr sz="4000">
                <a:solidFill>
                  <a:srgbClr val="FF7210"/>
                </a:solidFill>
              </a:defRPr>
            </a:lvl8pPr>
            <a:lvl9pPr lvl="8" rtl="0">
              <a:spcBef>
                <a:spcPts val="0"/>
              </a:spcBef>
              <a:spcAft>
                <a:spcPts val="0"/>
              </a:spcAft>
              <a:buClr>
                <a:srgbClr val="FF7210"/>
              </a:buClr>
              <a:buSzPts val="4000"/>
              <a:buNone/>
              <a:defRPr sz="4000">
                <a:solidFill>
                  <a:srgbClr val="FF7210"/>
                </a:solidFill>
              </a:defRPr>
            </a:lvl9pPr>
          </a:lstStyle>
          <a:p>
            <a:r>
              <a:t>xx%</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3">
  <p:cSld name="CUSTOM_15">
    <p:spTree>
      <p:nvGrpSpPr>
        <p:cNvPr id="1" name="Shape 638"/>
        <p:cNvGrpSpPr/>
        <p:nvPr/>
      </p:nvGrpSpPr>
      <p:grpSpPr>
        <a:xfrm>
          <a:off x="0" y="0"/>
          <a:ext cx="0" cy="0"/>
          <a:chOff x="0" y="0"/>
          <a:chExt cx="0" cy="0"/>
        </a:xfrm>
      </p:grpSpPr>
      <p:sp>
        <p:nvSpPr>
          <p:cNvPr id="639" name="Google Shape;639;p31"/>
          <p:cNvSpPr/>
          <p:nvPr/>
        </p:nvSpPr>
        <p:spPr>
          <a:xfrm>
            <a:off x="-1441968" y="632603"/>
            <a:ext cx="3764100" cy="3764100"/>
          </a:xfrm>
          <a:prstGeom prst="donut">
            <a:avLst>
              <a:gd name="adj" fmla="val 17842"/>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grpSp>
        <p:nvGrpSpPr>
          <p:cNvPr id="640" name="Google Shape;640;p31"/>
          <p:cNvGrpSpPr/>
          <p:nvPr/>
        </p:nvGrpSpPr>
        <p:grpSpPr>
          <a:xfrm>
            <a:off x="901678" y="384227"/>
            <a:ext cx="1176988" cy="1177272"/>
            <a:chOff x="1347125" y="349025"/>
            <a:chExt cx="4978800" cy="4980000"/>
          </a:xfrm>
        </p:grpSpPr>
        <p:sp>
          <p:nvSpPr>
            <p:cNvPr id="641" name="Google Shape;641;p3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3" name="Google Shape;663;p31"/>
          <p:cNvSpPr/>
          <p:nvPr/>
        </p:nvSpPr>
        <p:spPr>
          <a:xfrm>
            <a:off x="901672" y="3998600"/>
            <a:ext cx="501000" cy="501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1"/>
          <p:cNvSpPr txBox="1">
            <a:spLocks noGrp="1"/>
          </p:cNvSpPr>
          <p:nvPr>
            <p:ph type="title"/>
          </p:nvPr>
        </p:nvSpPr>
        <p:spPr>
          <a:xfrm>
            <a:off x="2417725" y="2018688"/>
            <a:ext cx="5679300" cy="976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343434"/>
              </a:buClr>
              <a:buSzPts val="4000"/>
              <a:buNone/>
              <a:defRPr sz="4000">
                <a:solidFill>
                  <a:schemeClr val="accent5"/>
                </a:solidFill>
              </a:defRPr>
            </a:lvl1pPr>
            <a:lvl2pPr lvl="1" rtl="0">
              <a:spcBef>
                <a:spcPts val="0"/>
              </a:spcBef>
              <a:spcAft>
                <a:spcPts val="0"/>
              </a:spcAft>
              <a:buClr>
                <a:srgbClr val="343434"/>
              </a:buClr>
              <a:buSzPts val="3600"/>
              <a:buNone/>
              <a:defRPr sz="3600">
                <a:solidFill>
                  <a:srgbClr val="343434"/>
                </a:solidFill>
              </a:defRPr>
            </a:lvl2pPr>
            <a:lvl3pPr lvl="2" rtl="0">
              <a:spcBef>
                <a:spcPts val="0"/>
              </a:spcBef>
              <a:spcAft>
                <a:spcPts val="0"/>
              </a:spcAft>
              <a:buClr>
                <a:srgbClr val="343434"/>
              </a:buClr>
              <a:buSzPts val="3600"/>
              <a:buNone/>
              <a:defRPr sz="3600">
                <a:solidFill>
                  <a:srgbClr val="343434"/>
                </a:solidFill>
              </a:defRPr>
            </a:lvl3pPr>
            <a:lvl4pPr lvl="3" rtl="0">
              <a:spcBef>
                <a:spcPts val="0"/>
              </a:spcBef>
              <a:spcAft>
                <a:spcPts val="0"/>
              </a:spcAft>
              <a:buClr>
                <a:srgbClr val="343434"/>
              </a:buClr>
              <a:buSzPts val="3600"/>
              <a:buNone/>
              <a:defRPr sz="3600">
                <a:solidFill>
                  <a:srgbClr val="343434"/>
                </a:solidFill>
              </a:defRPr>
            </a:lvl4pPr>
            <a:lvl5pPr lvl="4" rtl="0">
              <a:spcBef>
                <a:spcPts val="0"/>
              </a:spcBef>
              <a:spcAft>
                <a:spcPts val="0"/>
              </a:spcAft>
              <a:buClr>
                <a:srgbClr val="343434"/>
              </a:buClr>
              <a:buSzPts val="3600"/>
              <a:buNone/>
              <a:defRPr sz="3600">
                <a:solidFill>
                  <a:srgbClr val="343434"/>
                </a:solidFill>
              </a:defRPr>
            </a:lvl5pPr>
            <a:lvl6pPr lvl="5" rtl="0">
              <a:spcBef>
                <a:spcPts val="0"/>
              </a:spcBef>
              <a:spcAft>
                <a:spcPts val="0"/>
              </a:spcAft>
              <a:buClr>
                <a:srgbClr val="343434"/>
              </a:buClr>
              <a:buSzPts val="3600"/>
              <a:buNone/>
              <a:defRPr sz="3600">
                <a:solidFill>
                  <a:srgbClr val="343434"/>
                </a:solidFill>
              </a:defRPr>
            </a:lvl6pPr>
            <a:lvl7pPr lvl="6" rtl="0">
              <a:spcBef>
                <a:spcPts val="0"/>
              </a:spcBef>
              <a:spcAft>
                <a:spcPts val="0"/>
              </a:spcAft>
              <a:buClr>
                <a:srgbClr val="343434"/>
              </a:buClr>
              <a:buSzPts val="3600"/>
              <a:buNone/>
              <a:defRPr sz="3600">
                <a:solidFill>
                  <a:srgbClr val="343434"/>
                </a:solidFill>
              </a:defRPr>
            </a:lvl7pPr>
            <a:lvl8pPr lvl="7" rtl="0">
              <a:spcBef>
                <a:spcPts val="0"/>
              </a:spcBef>
              <a:spcAft>
                <a:spcPts val="0"/>
              </a:spcAft>
              <a:buClr>
                <a:srgbClr val="343434"/>
              </a:buClr>
              <a:buSzPts val="3600"/>
              <a:buNone/>
              <a:defRPr sz="3600">
                <a:solidFill>
                  <a:srgbClr val="343434"/>
                </a:solidFill>
              </a:defRPr>
            </a:lvl8pPr>
            <a:lvl9pPr lvl="8" rtl="0">
              <a:spcBef>
                <a:spcPts val="0"/>
              </a:spcBef>
              <a:spcAft>
                <a:spcPts val="0"/>
              </a:spcAft>
              <a:buClr>
                <a:srgbClr val="343434"/>
              </a:buClr>
              <a:buSzPts val="3600"/>
              <a:buNone/>
              <a:defRPr sz="3600">
                <a:solidFill>
                  <a:srgbClr val="343434"/>
                </a:solidFill>
              </a:defRPr>
            </a:lvl9pPr>
          </a:lstStyle>
          <a:p>
            <a:endParaRPr/>
          </a:p>
        </p:txBody>
      </p:sp>
      <p:sp>
        <p:nvSpPr>
          <p:cNvPr id="665" name="Google Shape;665;p31"/>
          <p:cNvSpPr txBox="1">
            <a:spLocks noGrp="1"/>
          </p:cNvSpPr>
          <p:nvPr>
            <p:ph type="subTitle" idx="1"/>
          </p:nvPr>
        </p:nvSpPr>
        <p:spPr>
          <a:xfrm>
            <a:off x="2417725" y="2994913"/>
            <a:ext cx="56793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666" name="Google Shape;666;p31"/>
          <p:cNvSpPr/>
          <p:nvPr/>
        </p:nvSpPr>
        <p:spPr>
          <a:xfrm rot="-6727045">
            <a:off x="5316341" y="3823636"/>
            <a:ext cx="3172076" cy="4788701"/>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p:cNvSpPr/>
          <p:nvPr/>
        </p:nvSpPr>
        <p:spPr>
          <a:xfrm>
            <a:off x="7909623" y="4041925"/>
            <a:ext cx="235500" cy="235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1"/>
          <p:cNvSpPr txBox="1">
            <a:spLocks noGrp="1"/>
          </p:cNvSpPr>
          <p:nvPr>
            <p:ph type="title" idx="2" hasCustomPrompt="1"/>
          </p:nvPr>
        </p:nvSpPr>
        <p:spPr>
          <a:xfrm>
            <a:off x="2417725" y="1355975"/>
            <a:ext cx="5679300" cy="792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4000">
                <a:solidFill>
                  <a:schemeClr val="accent2"/>
                </a:solidFill>
              </a:defRPr>
            </a:lvl1pPr>
            <a:lvl2pPr lvl="1" rtl="0">
              <a:spcBef>
                <a:spcPts val="0"/>
              </a:spcBef>
              <a:spcAft>
                <a:spcPts val="0"/>
              </a:spcAft>
              <a:buClr>
                <a:srgbClr val="FF7210"/>
              </a:buClr>
              <a:buSzPts val="4000"/>
              <a:buNone/>
              <a:defRPr sz="4000">
                <a:solidFill>
                  <a:srgbClr val="FF7210"/>
                </a:solidFill>
              </a:defRPr>
            </a:lvl2pPr>
            <a:lvl3pPr lvl="2" rtl="0">
              <a:spcBef>
                <a:spcPts val="0"/>
              </a:spcBef>
              <a:spcAft>
                <a:spcPts val="0"/>
              </a:spcAft>
              <a:buClr>
                <a:srgbClr val="FF7210"/>
              </a:buClr>
              <a:buSzPts val="4000"/>
              <a:buNone/>
              <a:defRPr sz="4000">
                <a:solidFill>
                  <a:srgbClr val="FF7210"/>
                </a:solidFill>
              </a:defRPr>
            </a:lvl3pPr>
            <a:lvl4pPr lvl="3" rtl="0">
              <a:spcBef>
                <a:spcPts val="0"/>
              </a:spcBef>
              <a:spcAft>
                <a:spcPts val="0"/>
              </a:spcAft>
              <a:buClr>
                <a:srgbClr val="FF7210"/>
              </a:buClr>
              <a:buSzPts val="4000"/>
              <a:buNone/>
              <a:defRPr sz="4000">
                <a:solidFill>
                  <a:srgbClr val="FF7210"/>
                </a:solidFill>
              </a:defRPr>
            </a:lvl4pPr>
            <a:lvl5pPr lvl="4" rtl="0">
              <a:spcBef>
                <a:spcPts val="0"/>
              </a:spcBef>
              <a:spcAft>
                <a:spcPts val="0"/>
              </a:spcAft>
              <a:buClr>
                <a:srgbClr val="FF7210"/>
              </a:buClr>
              <a:buSzPts val="4000"/>
              <a:buNone/>
              <a:defRPr sz="4000">
                <a:solidFill>
                  <a:srgbClr val="FF7210"/>
                </a:solidFill>
              </a:defRPr>
            </a:lvl5pPr>
            <a:lvl6pPr lvl="5" rtl="0">
              <a:spcBef>
                <a:spcPts val="0"/>
              </a:spcBef>
              <a:spcAft>
                <a:spcPts val="0"/>
              </a:spcAft>
              <a:buClr>
                <a:srgbClr val="FF7210"/>
              </a:buClr>
              <a:buSzPts val="4000"/>
              <a:buNone/>
              <a:defRPr sz="4000">
                <a:solidFill>
                  <a:srgbClr val="FF7210"/>
                </a:solidFill>
              </a:defRPr>
            </a:lvl6pPr>
            <a:lvl7pPr lvl="6" rtl="0">
              <a:spcBef>
                <a:spcPts val="0"/>
              </a:spcBef>
              <a:spcAft>
                <a:spcPts val="0"/>
              </a:spcAft>
              <a:buClr>
                <a:srgbClr val="FF7210"/>
              </a:buClr>
              <a:buSzPts val="4000"/>
              <a:buNone/>
              <a:defRPr sz="4000">
                <a:solidFill>
                  <a:srgbClr val="FF7210"/>
                </a:solidFill>
              </a:defRPr>
            </a:lvl7pPr>
            <a:lvl8pPr lvl="7" rtl="0">
              <a:spcBef>
                <a:spcPts val="0"/>
              </a:spcBef>
              <a:spcAft>
                <a:spcPts val="0"/>
              </a:spcAft>
              <a:buClr>
                <a:srgbClr val="FF7210"/>
              </a:buClr>
              <a:buSzPts val="4000"/>
              <a:buNone/>
              <a:defRPr sz="4000">
                <a:solidFill>
                  <a:srgbClr val="FF7210"/>
                </a:solidFill>
              </a:defRPr>
            </a:lvl8pPr>
            <a:lvl9pPr lvl="8" rtl="0">
              <a:spcBef>
                <a:spcPts val="0"/>
              </a:spcBef>
              <a:spcAft>
                <a:spcPts val="0"/>
              </a:spcAft>
              <a:buClr>
                <a:srgbClr val="FF7210"/>
              </a:buClr>
              <a:buSzPts val="4000"/>
              <a:buNone/>
              <a:defRPr sz="4000">
                <a:solidFill>
                  <a:srgbClr val="FF7210"/>
                </a:solidFill>
              </a:defRPr>
            </a:lvl9pPr>
          </a:lstStyle>
          <a:p>
            <a:r>
              <a:t>xx%</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4">
  <p:cSld name="CUSTOM_16">
    <p:bg>
      <p:bgPr>
        <a:solidFill>
          <a:schemeClr val="accent1"/>
        </a:solidFill>
        <a:effectLst/>
      </p:bgPr>
    </p:bg>
    <p:spTree>
      <p:nvGrpSpPr>
        <p:cNvPr id="1" name="Shape 669"/>
        <p:cNvGrpSpPr/>
        <p:nvPr/>
      </p:nvGrpSpPr>
      <p:grpSpPr>
        <a:xfrm>
          <a:off x="0" y="0"/>
          <a:ext cx="0" cy="0"/>
          <a:chOff x="0" y="0"/>
          <a:chExt cx="0" cy="0"/>
        </a:xfrm>
      </p:grpSpPr>
      <p:sp>
        <p:nvSpPr>
          <p:cNvPr id="670" name="Google Shape;670;p32"/>
          <p:cNvSpPr/>
          <p:nvPr/>
        </p:nvSpPr>
        <p:spPr>
          <a:xfrm>
            <a:off x="-1441968" y="632603"/>
            <a:ext cx="3764100" cy="3764100"/>
          </a:xfrm>
          <a:prstGeom prst="donut">
            <a:avLst>
              <a:gd name="adj" fmla="val 17842"/>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671" name="Google Shape;671;p32"/>
          <p:cNvSpPr/>
          <p:nvPr/>
        </p:nvSpPr>
        <p:spPr>
          <a:xfrm>
            <a:off x="1153977" y="586793"/>
            <a:ext cx="444300" cy="444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2"/>
          <p:cNvSpPr txBox="1">
            <a:spLocks noGrp="1"/>
          </p:cNvSpPr>
          <p:nvPr>
            <p:ph type="title"/>
          </p:nvPr>
        </p:nvSpPr>
        <p:spPr>
          <a:xfrm>
            <a:off x="2417725" y="2003888"/>
            <a:ext cx="5679300" cy="9909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4000">
                <a:solidFill>
                  <a:schemeClr val="lt2"/>
                </a:solidFill>
              </a:defRPr>
            </a:lvl1pPr>
            <a:lvl2pPr lvl="1" rtl="0">
              <a:spcBef>
                <a:spcPts val="0"/>
              </a:spcBef>
              <a:spcAft>
                <a:spcPts val="0"/>
              </a:spcAft>
              <a:buClr>
                <a:srgbClr val="F0F7ED"/>
              </a:buClr>
              <a:buSzPts val="3600"/>
              <a:buNone/>
              <a:defRPr sz="3600">
                <a:solidFill>
                  <a:srgbClr val="F0F7ED"/>
                </a:solidFill>
              </a:defRPr>
            </a:lvl2pPr>
            <a:lvl3pPr lvl="2" rtl="0">
              <a:spcBef>
                <a:spcPts val="0"/>
              </a:spcBef>
              <a:spcAft>
                <a:spcPts val="0"/>
              </a:spcAft>
              <a:buClr>
                <a:srgbClr val="F0F7ED"/>
              </a:buClr>
              <a:buSzPts val="3600"/>
              <a:buNone/>
              <a:defRPr sz="3600">
                <a:solidFill>
                  <a:srgbClr val="F0F7ED"/>
                </a:solidFill>
              </a:defRPr>
            </a:lvl3pPr>
            <a:lvl4pPr lvl="3" rtl="0">
              <a:spcBef>
                <a:spcPts val="0"/>
              </a:spcBef>
              <a:spcAft>
                <a:spcPts val="0"/>
              </a:spcAft>
              <a:buClr>
                <a:srgbClr val="F0F7ED"/>
              </a:buClr>
              <a:buSzPts val="3600"/>
              <a:buNone/>
              <a:defRPr sz="3600">
                <a:solidFill>
                  <a:srgbClr val="F0F7ED"/>
                </a:solidFill>
              </a:defRPr>
            </a:lvl4pPr>
            <a:lvl5pPr lvl="4" rtl="0">
              <a:spcBef>
                <a:spcPts val="0"/>
              </a:spcBef>
              <a:spcAft>
                <a:spcPts val="0"/>
              </a:spcAft>
              <a:buClr>
                <a:srgbClr val="F0F7ED"/>
              </a:buClr>
              <a:buSzPts val="3600"/>
              <a:buNone/>
              <a:defRPr sz="3600">
                <a:solidFill>
                  <a:srgbClr val="F0F7ED"/>
                </a:solidFill>
              </a:defRPr>
            </a:lvl5pPr>
            <a:lvl6pPr lvl="5" rtl="0">
              <a:spcBef>
                <a:spcPts val="0"/>
              </a:spcBef>
              <a:spcAft>
                <a:spcPts val="0"/>
              </a:spcAft>
              <a:buClr>
                <a:srgbClr val="F0F7ED"/>
              </a:buClr>
              <a:buSzPts val="3600"/>
              <a:buNone/>
              <a:defRPr sz="3600">
                <a:solidFill>
                  <a:srgbClr val="F0F7ED"/>
                </a:solidFill>
              </a:defRPr>
            </a:lvl6pPr>
            <a:lvl7pPr lvl="6" rtl="0">
              <a:spcBef>
                <a:spcPts val="0"/>
              </a:spcBef>
              <a:spcAft>
                <a:spcPts val="0"/>
              </a:spcAft>
              <a:buClr>
                <a:srgbClr val="F0F7ED"/>
              </a:buClr>
              <a:buSzPts val="3600"/>
              <a:buNone/>
              <a:defRPr sz="3600">
                <a:solidFill>
                  <a:srgbClr val="F0F7ED"/>
                </a:solidFill>
              </a:defRPr>
            </a:lvl7pPr>
            <a:lvl8pPr lvl="7" rtl="0">
              <a:spcBef>
                <a:spcPts val="0"/>
              </a:spcBef>
              <a:spcAft>
                <a:spcPts val="0"/>
              </a:spcAft>
              <a:buClr>
                <a:srgbClr val="F0F7ED"/>
              </a:buClr>
              <a:buSzPts val="3600"/>
              <a:buNone/>
              <a:defRPr sz="3600">
                <a:solidFill>
                  <a:srgbClr val="F0F7ED"/>
                </a:solidFill>
              </a:defRPr>
            </a:lvl8pPr>
            <a:lvl9pPr lvl="8" rtl="0">
              <a:spcBef>
                <a:spcPts val="0"/>
              </a:spcBef>
              <a:spcAft>
                <a:spcPts val="0"/>
              </a:spcAft>
              <a:buClr>
                <a:srgbClr val="F0F7ED"/>
              </a:buClr>
              <a:buSzPts val="3600"/>
              <a:buNone/>
              <a:defRPr sz="3600">
                <a:solidFill>
                  <a:srgbClr val="F0F7ED"/>
                </a:solidFill>
              </a:defRPr>
            </a:lvl9pPr>
          </a:lstStyle>
          <a:p>
            <a:endParaRPr/>
          </a:p>
        </p:txBody>
      </p:sp>
      <p:sp>
        <p:nvSpPr>
          <p:cNvPr id="673" name="Google Shape;673;p32"/>
          <p:cNvSpPr txBox="1">
            <a:spLocks noGrp="1"/>
          </p:cNvSpPr>
          <p:nvPr>
            <p:ph type="subTitle" idx="1"/>
          </p:nvPr>
        </p:nvSpPr>
        <p:spPr>
          <a:xfrm>
            <a:off x="2417725" y="2994913"/>
            <a:ext cx="56793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400">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74" name="Google Shape;674;p32"/>
          <p:cNvSpPr/>
          <p:nvPr/>
        </p:nvSpPr>
        <p:spPr>
          <a:xfrm>
            <a:off x="217925" y="2906275"/>
            <a:ext cx="444300" cy="444300"/>
          </a:xfrm>
          <a:prstGeom prst="ellipse">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2"/>
          <p:cNvSpPr/>
          <p:nvPr/>
        </p:nvSpPr>
        <p:spPr>
          <a:xfrm>
            <a:off x="7328699" y="4498225"/>
            <a:ext cx="1159500" cy="1159500"/>
          </a:xfrm>
          <a:prstGeom prst="donut">
            <a:avLst>
              <a:gd name="adj" fmla="val 17842"/>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6" name="Google Shape;676;p32"/>
          <p:cNvGrpSpPr/>
          <p:nvPr/>
        </p:nvGrpSpPr>
        <p:grpSpPr>
          <a:xfrm>
            <a:off x="8092579" y="4061881"/>
            <a:ext cx="1235738" cy="1236036"/>
            <a:chOff x="1347125" y="349025"/>
            <a:chExt cx="4978800" cy="4980000"/>
          </a:xfrm>
        </p:grpSpPr>
        <p:sp>
          <p:nvSpPr>
            <p:cNvPr id="677" name="Google Shape;677;p3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9" name="Google Shape;699;p32"/>
          <p:cNvSpPr/>
          <p:nvPr/>
        </p:nvSpPr>
        <p:spPr>
          <a:xfrm>
            <a:off x="8553551" y="213355"/>
            <a:ext cx="240900" cy="2409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2"/>
          <p:cNvSpPr txBox="1">
            <a:spLocks noGrp="1"/>
          </p:cNvSpPr>
          <p:nvPr>
            <p:ph type="title" idx="2" hasCustomPrompt="1"/>
          </p:nvPr>
        </p:nvSpPr>
        <p:spPr>
          <a:xfrm>
            <a:off x="2417725" y="1355975"/>
            <a:ext cx="5679300" cy="792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4000">
                <a:solidFill>
                  <a:schemeClr val="accent2"/>
                </a:solidFill>
              </a:defRPr>
            </a:lvl1pPr>
            <a:lvl2pPr lvl="1" rtl="0">
              <a:spcBef>
                <a:spcPts val="0"/>
              </a:spcBef>
              <a:spcAft>
                <a:spcPts val="0"/>
              </a:spcAft>
              <a:buClr>
                <a:srgbClr val="FF7210"/>
              </a:buClr>
              <a:buSzPts val="4000"/>
              <a:buNone/>
              <a:defRPr sz="4000">
                <a:solidFill>
                  <a:srgbClr val="FF7210"/>
                </a:solidFill>
              </a:defRPr>
            </a:lvl2pPr>
            <a:lvl3pPr lvl="2" rtl="0">
              <a:spcBef>
                <a:spcPts val="0"/>
              </a:spcBef>
              <a:spcAft>
                <a:spcPts val="0"/>
              </a:spcAft>
              <a:buClr>
                <a:srgbClr val="FF7210"/>
              </a:buClr>
              <a:buSzPts val="4000"/>
              <a:buNone/>
              <a:defRPr sz="4000">
                <a:solidFill>
                  <a:srgbClr val="FF7210"/>
                </a:solidFill>
              </a:defRPr>
            </a:lvl3pPr>
            <a:lvl4pPr lvl="3" rtl="0">
              <a:spcBef>
                <a:spcPts val="0"/>
              </a:spcBef>
              <a:spcAft>
                <a:spcPts val="0"/>
              </a:spcAft>
              <a:buClr>
                <a:srgbClr val="FF7210"/>
              </a:buClr>
              <a:buSzPts val="4000"/>
              <a:buNone/>
              <a:defRPr sz="4000">
                <a:solidFill>
                  <a:srgbClr val="FF7210"/>
                </a:solidFill>
              </a:defRPr>
            </a:lvl4pPr>
            <a:lvl5pPr lvl="4" rtl="0">
              <a:spcBef>
                <a:spcPts val="0"/>
              </a:spcBef>
              <a:spcAft>
                <a:spcPts val="0"/>
              </a:spcAft>
              <a:buClr>
                <a:srgbClr val="FF7210"/>
              </a:buClr>
              <a:buSzPts val="4000"/>
              <a:buNone/>
              <a:defRPr sz="4000">
                <a:solidFill>
                  <a:srgbClr val="FF7210"/>
                </a:solidFill>
              </a:defRPr>
            </a:lvl5pPr>
            <a:lvl6pPr lvl="5" rtl="0">
              <a:spcBef>
                <a:spcPts val="0"/>
              </a:spcBef>
              <a:spcAft>
                <a:spcPts val="0"/>
              </a:spcAft>
              <a:buClr>
                <a:srgbClr val="FF7210"/>
              </a:buClr>
              <a:buSzPts val="4000"/>
              <a:buNone/>
              <a:defRPr sz="4000">
                <a:solidFill>
                  <a:srgbClr val="FF7210"/>
                </a:solidFill>
              </a:defRPr>
            </a:lvl6pPr>
            <a:lvl7pPr lvl="6" rtl="0">
              <a:spcBef>
                <a:spcPts val="0"/>
              </a:spcBef>
              <a:spcAft>
                <a:spcPts val="0"/>
              </a:spcAft>
              <a:buClr>
                <a:srgbClr val="FF7210"/>
              </a:buClr>
              <a:buSzPts val="4000"/>
              <a:buNone/>
              <a:defRPr sz="4000">
                <a:solidFill>
                  <a:srgbClr val="FF7210"/>
                </a:solidFill>
              </a:defRPr>
            </a:lvl7pPr>
            <a:lvl8pPr lvl="7" rtl="0">
              <a:spcBef>
                <a:spcPts val="0"/>
              </a:spcBef>
              <a:spcAft>
                <a:spcPts val="0"/>
              </a:spcAft>
              <a:buClr>
                <a:srgbClr val="FF7210"/>
              </a:buClr>
              <a:buSzPts val="4000"/>
              <a:buNone/>
              <a:defRPr sz="4000">
                <a:solidFill>
                  <a:srgbClr val="FF7210"/>
                </a:solidFill>
              </a:defRPr>
            </a:lvl8pPr>
            <a:lvl9pPr lvl="8" rtl="0">
              <a:spcBef>
                <a:spcPts val="0"/>
              </a:spcBef>
              <a:spcAft>
                <a:spcPts val="0"/>
              </a:spcAft>
              <a:buClr>
                <a:srgbClr val="FF7210"/>
              </a:buClr>
              <a:buSzPts val="4000"/>
              <a:buNone/>
              <a:defRPr sz="4000">
                <a:solidFill>
                  <a:srgbClr val="FF7210"/>
                </a:solidFill>
              </a:defRPr>
            </a:lvl9pPr>
          </a:lstStyle>
          <a:p>
            <a:r>
              <a:t>xx%</a:t>
            </a:r>
          </a:p>
        </p:txBody>
      </p:sp>
      <p:sp>
        <p:nvSpPr>
          <p:cNvPr id="701" name="Google Shape;701;p32"/>
          <p:cNvSpPr/>
          <p:nvPr/>
        </p:nvSpPr>
        <p:spPr>
          <a:xfrm>
            <a:off x="-542976" y="2994800"/>
            <a:ext cx="1159500" cy="1159500"/>
          </a:xfrm>
          <a:prstGeom prst="donut">
            <a:avLst>
              <a:gd name="adj" fmla="val 17842"/>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nly title 4">
  <p:cSld name="CUSTOM_17">
    <p:bg>
      <p:bgPr>
        <a:solidFill>
          <a:schemeClr val="accent1"/>
        </a:solidFill>
        <a:effectLst/>
      </p:bgPr>
    </p:bg>
    <p:spTree>
      <p:nvGrpSpPr>
        <p:cNvPr id="1" name="Shape 702"/>
        <p:cNvGrpSpPr/>
        <p:nvPr/>
      </p:nvGrpSpPr>
      <p:grpSpPr>
        <a:xfrm>
          <a:off x="0" y="0"/>
          <a:ext cx="0" cy="0"/>
          <a:chOff x="0" y="0"/>
          <a:chExt cx="0" cy="0"/>
        </a:xfrm>
      </p:grpSpPr>
      <p:grpSp>
        <p:nvGrpSpPr>
          <p:cNvPr id="703" name="Google Shape;703;p33"/>
          <p:cNvGrpSpPr/>
          <p:nvPr/>
        </p:nvGrpSpPr>
        <p:grpSpPr>
          <a:xfrm>
            <a:off x="7969792" y="3804684"/>
            <a:ext cx="1717686" cy="1718100"/>
            <a:chOff x="1347125" y="349025"/>
            <a:chExt cx="4978800" cy="4980000"/>
          </a:xfrm>
        </p:grpSpPr>
        <p:sp>
          <p:nvSpPr>
            <p:cNvPr id="704" name="Google Shape;704;p3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6" name="Google Shape;726;p33"/>
          <p:cNvGrpSpPr/>
          <p:nvPr/>
        </p:nvGrpSpPr>
        <p:grpSpPr>
          <a:xfrm>
            <a:off x="-40261" y="-268502"/>
            <a:ext cx="760263" cy="760446"/>
            <a:chOff x="1347125" y="349025"/>
            <a:chExt cx="4978800" cy="4980000"/>
          </a:xfrm>
        </p:grpSpPr>
        <p:sp>
          <p:nvSpPr>
            <p:cNvPr id="727" name="Google Shape;727;p3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9" name="Google Shape;749;p33"/>
          <p:cNvSpPr/>
          <p:nvPr/>
        </p:nvSpPr>
        <p:spPr>
          <a:xfrm>
            <a:off x="8642025" y="3654650"/>
            <a:ext cx="258300" cy="258300"/>
          </a:xfrm>
          <a:prstGeom prst="ellipse">
            <a:avLst/>
          </a:pr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3"/>
          <p:cNvSpPr/>
          <p:nvPr/>
        </p:nvSpPr>
        <p:spPr>
          <a:xfrm>
            <a:off x="140600" y="380100"/>
            <a:ext cx="159900" cy="1599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3"/>
          <p:cNvSpPr/>
          <p:nvPr/>
        </p:nvSpPr>
        <p:spPr>
          <a:xfrm>
            <a:off x="7626000" y="4120650"/>
            <a:ext cx="798000" cy="7980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3"/>
          <p:cNvSpPr txBox="1">
            <a:spLocks noGrp="1"/>
          </p:cNvSpPr>
          <p:nvPr>
            <p:ph type="title"/>
          </p:nvPr>
        </p:nvSpPr>
        <p:spPr>
          <a:xfrm>
            <a:off x="1074150" y="394200"/>
            <a:ext cx="6995700" cy="5139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0F7ED"/>
              </a:buClr>
              <a:buSzPts val="2700"/>
              <a:buNone/>
              <a:defRPr sz="2700">
                <a:solidFill>
                  <a:srgbClr val="F0F7ED"/>
                </a:solidFill>
              </a:defRPr>
            </a:lvl1pPr>
            <a:lvl2pPr lvl="1" algn="ctr" rtl="0">
              <a:spcBef>
                <a:spcPts val="0"/>
              </a:spcBef>
              <a:spcAft>
                <a:spcPts val="0"/>
              </a:spcAft>
              <a:buClr>
                <a:srgbClr val="F0F7ED"/>
              </a:buClr>
              <a:buSzPts val="1400"/>
              <a:buNone/>
              <a:defRPr sz="1400">
                <a:solidFill>
                  <a:srgbClr val="F0F7ED"/>
                </a:solidFill>
              </a:defRPr>
            </a:lvl2pPr>
            <a:lvl3pPr lvl="2" algn="ctr" rtl="0">
              <a:spcBef>
                <a:spcPts val="0"/>
              </a:spcBef>
              <a:spcAft>
                <a:spcPts val="0"/>
              </a:spcAft>
              <a:buClr>
                <a:srgbClr val="F0F7ED"/>
              </a:buClr>
              <a:buSzPts val="1400"/>
              <a:buNone/>
              <a:defRPr sz="1400">
                <a:solidFill>
                  <a:srgbClr val="F0F7ED"/>
                </a:solidFill>
              </a:defRPr>
            </a:lvl3pPr>
            <a:lvl4pPr lvl="3" algn="ctr" rtl="0">
              <a:spcBef>
                <a:spcPts val="0"/>
              </a:spcBef>
              <a:spcAft>
                <a:spcPts val="0"/>
              </a:spcAft>
              <a:buClr>
                <a:srgbClr val="F0F7ED"/>
              </a:buClr>
              <a:buSzPts val="1400"/>
              <a:buNone/>
              <a:defRPr sz="1400">
                <a:solidFill>
                  <a:srgbClr val="F0F7ED"/>
                </a:solidFill>
              </a:defRPr>
            </a:lvl4pPr>
            <a:lvl5pPr lvl="4" algn="ctr" rtl="0">
              <a:spcBef>
                <a:spcPts val="0"/>
              </a:spcBef>
              <a:spcAft>
                <a:spcPts val="0"/>
              </a:spcAft>
              <a:buClr>
                <a:srgbClr val="F0F7ED"/>
              </a:buClr>
              <a:buSzPts val="1400"/>
              <a:buNone/>
              <a:defRPr sz="1400">
                <a:solidFill>
                  <a:srgbClr val="F0F7ED"/>
                </a:solidFill>
              </a:defRPr>
            </a:lvl5pPr>
            <a:lvl6pPr lvl="5" algn="ctr" rtl="0">
              <a:spcBef>
                <a:spcPts val="0"/>
              </a:spcBef>
              <a:spcAft>
                <a:spcPts val="0"/>
              </a:spcAft>
              <a:buClr>
                <a:srgbClr val="F0F7ED"/>
              </a:buClr>
              <a:buSzPts val="1400"/>
              <a:buNone/>
              <a:defRPr sz="1400">
                <a:solidFill>
                  <a:srgbClr val="F0F7ED"/>
                </a:solidFill>
              </a:defRPr>
            </a:lvl6pPr>
            <a:lvl7pPr lvl="6" algn="ctr" rtl="0">
              <a:spcBef>
                <a:spcPts val="0"/>
              </a:spcBef>
              <a:spcAft>
                <a:spcPts val="0"/>
              </a:spcAft>
              <a:buClr>
                <a:srgbClr val="F0F7ED"/>
              </a:buClr>
              <a:buSzPts val="1400"/>
              <a:buNone/>
              <a:defRPr sz="1400">
                <a:solidFill>
                  <a:srgbClr val="F0F7ED"/>
                </a:solidFill>
              </a:defRPr>
            </a:lvl7pPr>
            <a:lvl8pPr lvl="7" algn="ctr" rtl="0">
              <a:spcBef>
                <a:spcPts val="0"/>
              </a:spcBef>
              <a:spcAft>
                <a:spcPts val="0"/>
              </a:spcAft>
              <a:buClr>
                <a:srgbClr val="F0F7ED"/>
              </a:buClr>
              <a:buSzPts val="1400"/>
              <a:buNone/>
              <a:defRPr sz="1400">
                <a:solidFill>
                  <a:srgbClr val="F0F7ED"/>
                </a:solidFill>
              </a:defRPr>
            </a:lvl8pPr>
            <a:lvl9pPr lvl="8" algn="ctr" rtl="0">
              <a:spcBef>
                <a:spcPts val="0"/>
              </a:spcBef>
              <a:spcAft>
                <a:spcPts val="0"/>
              </a:spcAft>
              <a:buClr>
                <a:srgbClr val="F0F7ED"/>
              </a:buClr>
              <a:buSzPts val="1400"/>
              <a:buNone/>
              <a:defRPr sz="1400">
                <a:solidFill>
                  <a:srgbClr val="F0F7ED"/>
                </a:solidFil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mp; text 3">
  <p:cSld name="CUSTOM_18">
    <p:spTree>
      <p:nvGrpSpPr>
        <p:cNvPr id="1" name="Shape 753"/>
        <p:cNvGrpSpPr/>
        <p:nvPr/>
      </p:nvGrpSpPr>
      <p:grpSpPr>
        <a:xfrm>
          <a:off x="0" y="0"/>
          <a:ext cx="0" cy="0"/>
          <a:chOff x="0" y="0"/>
          <a:chExt cx="0" cy="0"/>
        </a:xfrm>
      </p:grpSpPr>
      <p:sp>
        <p:nvSpPr>
          <p:cNvPr id="754" name="Google Shape;754;p34"/>
          <p:cNvSpPr txBox="1">
            <a:spLocks noGrp="1"/>
          </p:cNvSpPr>
          <p:nvPr>
            <p:ph type="title"/>
          </p:nvPr>
        </p:nvSpPr>
        <p:spPr>
          <a:xfrm>
            <a:off x="720000" y="1941300"/>
            <a:ext cx="3294000" cy="12609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2700">
                <a:solidFill>
                  <a:schemeClr val="accent5"/>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755" name="Google Shape;755;p34"/>
          <p:cNvSpPr txBox="1">
            <a:spLocks noGrp="1"/>
          </p:cNvSpPr>
          <p:nvPr>
            <p:ph type="subTitle" idx="1"/>
          </p:nvPr>
        </p:nvSpPr>
        <p:spPr>
          <a:xfrm>
            <a:off x="5089025" y="989700"/>
            <a:ext cx="2388300" cy="5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6" name="Google Shape;756;p34"/>
          <p:cNvSpPr txBox="1">
            <a:spLocks noGrp="1"/>
          </p:cNvSpPr>
          <p:nvPr>
            <p:ph type="subTitle" idx="2"/>
          </p:nvPr>
        </p:nvSpPr>
        <p:spPr>
          <a:xfrm>
            <a:off x="5089025" y="1881275"/>
            <a:ext cx="2388300" cy="5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7" name="Google Shape;757;p34"/>
          <p:cNvSpPr txBox="1">
            <a:spLocks noGrp="1"/>
          </p:cNvSpPr>
          <p:nvPr>
            <p:ph type="subTitle" idx="3"/>
          </p:nvPr>
        </p:nvSpPr>
        <p:spPr>
          <a:xfrm>
            <a:off x="5089025" y="2757013"/>
            <a:ext cx="2388300" cy="5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8" name="Google Shape;758;p34"/>
          <p:cNvSpPr txBox="1">
            <a:spLocks noGrp="1"/>
          </p:cNvSpPr>
          <p:nvPr>
            <p:ph type="subTitle" idx="4"/>
          </p:nvPr>
        </p:nvSpPr>
        <p:spPr>
          <a:xfrm>
            <a:off x="5089025" y="3722200"/>
            <a:ext cx="2388300" cy="5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grpSp>
        <p:nvGrpSpPr>
          <p:cNvPr id="759" name="Google Shape;759;p34"/>
          <p:cNvGrpSpPr/>
          <p:nvPr/>
        </p:nvGrpSpPr>
        <p:grpSpPr>
          <a:xfrm>
            <a:off x="8010979" y="-524141"/>
            <a:ext cx="1717686" cy="1718100"/>
            <a:chOff x="1347125" y="349025"/>
            <a:chExt cx="4978800" cy="4980000"/>
          </a:xfrm>
        </p:grpSpPr>
        <p:sp>
          <p:nvSpPr>
            <p:cNvPr id="760" name="Google Shape;760;p34"/>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4"/>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4"/>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4"/>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4"/>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4"/>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4"/>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4"/>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4"/>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4"/>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4"/>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4"/>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4"/>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4"/>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4"/>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4"/>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4"/>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4"/>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4"/>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4"/>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4"/>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4"/>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2" name="Google Shape;782;p34"/>
          <p:cNvSpPr/>
          <p:nvPr/>
        </p:nvSpPr>
        <p:spPr>
          <a:xfrm>
            <a:off x="8665988" y="540000"/>
            <a:ext cx="861000" cy="8610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4"/>
          <p:cNvSpPr/>
          <p:nvPr/>
        </p:nvSpPr>
        <p:spPr>
          <a:xfrm>
            <a:off x="7434013" y="172593"/>
            <a:ext cx="324600" cy="3246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4"/>
          <p:cNvSpPr/>
          <p:nvPr/>
        </p:nvSpPr>
        <p:spPr>
          <a:xfrm rot="-6727045">
            <a:off x="-2273384" y="4055761"/>
            <a:ext cx="3172076" cy="4788701"/>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4"/>
          <p:cNvSpPr/>
          <p:nvPr/>
        </p:nvSpPr>
        <p:spPr>
          <a:xfrm>
            <a:off x="1189550" y="4780250"/>
            <a:ext cx="251100" cy="2511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text 4">
  <p:cSld name="CUSTOM_19">
    <p:spTree>
      <p:nvGrpSpPr>
        <p:cNvPr id="1" name="Shape 786"/>
        <p:cNvGrpSpPr/>
        <p:nvPr/>
      </p:nvGrpSpPr>
      <p:grpSpPr>
        <a:xfrm>
          <a:off x="0" y="0"/>
          <a:ext cx="0" cy="0"/>
          <a:chOff x="0" y="0"/>
          <a:chExt cx="0" cy="0"/>
        </a:xfrm>
      </p:grpSpPr>
      <p:sp>
        <p:nvSpPr>
          <p:cNvPr id="787" name="Google Shape;787;p35"/>
          <p:cNvSpPr txBox="1">
            <a:spLocks noGrp="1"/>
          </p:cNvSpPr>
          <p:nvPr>
            <p:ph type="title"/>
          </p:nvPr>
        </p:nvSpPr>
        <p:spPr>
          <a:xfrm>
            <a:off x="761000" y="384050"/>
            <a:ext cx="7809300" cy="5139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BBC1"/>
              </a:buClr>
              <a:buSzPts val="2700"/>
              <a:buNone/>
              <a:defRPr sz="2700">
                <a:solidFill>
                  <a:schemeClr val="accent5"/>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788" name="Google Shape;788;p35"/>
          <p:cNvSpPr txBox="1">
            <a:spLocks noGrp="1"/>
          </p:cNvSpPr>
          <p:nvPr>
            <p:ph type="subTitle" idx="1"/>
          </p:nvPr>
        </p:nvSpPr>
        <p:spPr>
          <a:xfrm>
            <a:off x="1074150" y="1344373"/>
            <a:ext cx="4263900" cy="41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89" name="Google Shape;789;p35"/>
          <p:cNvSpPr txBox="1">
            <a:spLocks noGrp="1"/>
          </p:cNvSpPr>
          <p:nvPr>
            <p:ph type="subTitle" idx="2"/>
          </p:nvPr>
        </p:nvSpPr>
        <p:spPr>
          <a:xfrm>
            <a:off x="1074150" y="2468125"/>
            <a:ext cx="4263900" cy="41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0" name="Google Shape;790;p35"/>
          <p:cNvSpPr txBox="1">
            <a:spLocks noGrp="1"/>
          </p:cNvSpPr>
          <p:nvPr>
            <p:ph type="subTitle" idx="3"/>
          </p:nvPr>
        </p:nvSpPr>
        <p:spPr>
          <a:xfrm>
            <a:off x="1074150" y="3029999"/>
            <a:ext cx="4263900" cy="41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1" name="Google Shape;791;p35"/>
          <p:cNvSpPr txBox="1">
            <a:spLocks noGrp="1"/>
          </p:cNvSpPr>
          <p:nvPr>
            <p:ph type="subTitle" idx="4"/>
          </p:nvPr>
        </p:nvSpPr>
        <p:spPr>
          <a:xfrm>
            <a:off x="1074150" y="3591873"/>
            <a:ext cx="4263900" cy="41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2" name="Google Shape;792;p35"/>
          <p:cNvSpPr txBox="1">
            <a:spLocks noGrp="1"/>
          </p:cNvSpPr>
          <p:nvPr>
            <p:ph type="subTitle" idx="5"/>
          </p:nvPr>
        </p:nvSpPr>
        <p:spPr>
          <a:xfrm>
            <a:off x="1074150" y="1906250"/>
            <a:ext cx="4263900" cy="41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mp; two columns 2">
  <p:cSld name="CUSTOM_20">
    <p:spTree>
      <p:nvGrpSpPr>
        <p:cNvPr id="1" name="Shape 793"/>
        <p:cNvGrpSpPr/>
        <p:nvPr/>
      </p:nvGrpSpPr>
      <p:grpSpPr>
        <a:xfrm>
          <a:off x="0" y="0"/>
          <a:ext cx="0" cy="0"/>
          <a:chOff x="0" y="0"/>
          <a:chExt cx="0" cy="0"/>
        </a:xfrm>
      </p:grpSpPr>
      <p:sp>
        <p:nvSpPr>
          <p:cNvPr id="794" name="Google Shape;794;p36"/>
          <p:cNvSpPr txBox="1">
            <a:spLocks noGrp="1"/>
          </p:cNvSpPr>
          <p:nvPr>
            <p:ph type="subTitle" idx="1"/>
          </p:nvPr>
        </p:nvSpPr>
        <p:spPr>
          <a:xfrm>
            <a:off x="1055000" y="2474773"/>
            <a:ext cx="2045400" cy="111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5" name="Google Shape;795;p36"/>
          <p:cNvSpPr txBox="1">
            <a:spLocks noGrp="1"/>
          </p:cNvSpPr>
          <p:nvPr>
            <p:ph type="subTitle" idx="2"/>
          </p:nvPr>
        </p:nvSpPr>
        <p:spPr>
          <a:xfrm>
            <a:off x="6024400" y="2474773"/>
            <a:ext cx="2045400" cy="111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400"/>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6" name="Google Shape;796;p36"/>
          <p:cNvSpPr txBox="1">
            <a:spLocks noGrp="1"/>
          </p:cNvSpPr>
          <p:nvPr>
            <p:ph type="title"/>
          </p:nvPr>
        </p:nvSpPr>
        <p:spPr>
          <a:xfrm>
            <a:off x="1074150" y="384048"/>
            <a:ext cx="6995700" cy="5139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2700">
                <a:solidFill>
                  <a:srgbClr val="00BBC1"/>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797" name="Google Shape;797;p36"/>
          <p:cNvSpPr txBox="1">
            <a:spLocks noGrp="1"/>
          </p:cNvSpPr>
          <p:nvPr>
            <p:ph type="subTitle" idx="3"/>
          </p:nvPr>
        </p:nvSpPr>
        <p:spPr>
          <a:xfrm>
            <a:off x="1055000" y="1999610"/>
            <a:ext cx="20454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
        <p:nvSpPr>
          <p:cNvPr id="798" name="Google Shape;798;p36"/>
          <p:cNvSpPr txBox="1">
            <a:spLocks noGrp="1"/>
          </p:cNvSpPr>
          <p:nvPr>
            <p:ph type="subTitle" idx="4"/>
          </p:nvPr>
        </p:nvSpPr>
        <p:spPr>
          <a:xfrm>
            <a:off x="6024400" y="1999610"/>
            <a:ext cx="2045400" cy="3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700" b="1">
                <a:latin typeface="Roboto"/>
                <a:ea typeface="Roboto"/>
                <a:cs typeface="Roboto"/>
                <a:sym typeface="Roboto"/>
              </a:defRPr>
            </a:lvl1pPr>
            <a:lvl2pPr lvl="1" rtl="0">
              <a:spcBef>
                <a:spcPts val="0"/>
              </a:spcBef>
              <a:spcAft>
                <a:spcPts val="0"/>
              </a:spcAft>
              <a:buNone/>
              <a:defRPr sz="1700" b="1">
                <a:latin typeface="Roboto"/>
                <a:ea typeface="Roboto"/>
                <a:cs typeface="Roboto"/>
                <a:sym typeface="Roboto"/>
              </a:defRPr>
            </a:lvl2pPr>
            <a:lvl3pPr lvl="2" rtl="0">
              <a:spcBef>
                <a:spcPts val="0"/>
              </a:spcBef>
              <a:spcAft>
                <a:spcPts val="0"/>
              </a:spcAft>
              <a:buNone/>
              <a:defRPr sz="1700" b="1">
                <a:latin typeface="Roboto"/>
                <a:ea typeface="Roboto"/>
                <a:cs typeface="Roboto"/>
                <a:sym typeface="Roboto"/>
              </a:defRPr>
            </a:lvl3pPr>
            <a:lvl4pPr lvl="3" rtl="0">
              <a:spcBef>
                <a:spcPts val="0"/>
              </a:spcBef>
              <a:spcAft>
                <a:spcPts val="0"/>
              </a:spcAft>
              <a:buNone/>
              <a:defRPr sz="1700" b="1">
                <a:latin typeface="Roboto"/>
                <a:ea typeface="Roboto"/>
                <a:cs typeface="Roboto"/>
                <a:sym typeface="Roboto"/>
              </a:defRPr>
            </a:lvl4pPr>
            <a:lvl5pPr lvl="4" rtl="0">
              <a:spcBef>
                <a:spcPts val="0"/>
              </a:spcBef>
              <a:spcAft>
                <a:spcPts val="0"/>
              </a:spcAft>
              <a:buNone/>
              <a:defRPr sz="1700" b="1">
                <a:latin typeface="Roboto"/>
                <a:ea typeface="Roboto"/>
                <a:cs typeface="Roboto"/>
                <a:sym typeface="Roboto"/>
              </a:defRPr>
            </a:lvl5pPr>
            <a:lvl6pPr lvl="5" rtl="0">
              <a:spcBef>
                <a:spcPts val="0"/>
              </a:spcBef>
              <a:spcAft>
                <a:spcPts val="0"/>
              </a:spcAft>
              <a:buNone/>
              <a:defRPr sz="1700" b="1">
                <a:latin typeface="Roboto"/>
                <a:ea typeface="Roboto"/>
                <a:cs typeface="Roboto"/>
                <a:sym typeface="Roboto"/>
              </a:defRPr>
            </a:lvl6pPr>
            <a:lvl7pPr lvl="6" rtl="0">
              <a:spcBef>
                <a:spcPts val="0"/>
              </a:spcBef>
              <a:spcAft>
                <a:spcPts val="0"/>
              </a:spcAft>
              <a:buNone/>
              <a:defRPr sz="1700" b="1">
                <a:latin typeface="Roboto"/>
                <a:ea typeface="Roboto"/>
                <a:cs typeface="Roboto"/>
                <a:sym typeface="Roboto"/>
              </a:defRPr>
            </a:lvl7pPr>
            <a:lvl8pPr lvl="7" rtl="0">
              <a:spcBef>
                <a:spcPts val="0"/>
              </a:spcBef>
              <a:spcAft>
                <a:spcPts val="0"/>
              </a:spcAft>
              <a:buNone/>
              <a:defRPr sz="1700" b="1">
                <a:latin typeface="Roboto"/>
                <a:ea typeface="Roboto"/>
                <a:cs typeface="Roboto"/>
                <a:sym typeface="Roboto"/>
              </a:defRPr>
            </a:lvl8pPr>
            <a:lvl9pPr lvl="8" rtl="0">
              <a:spcBef>
                <a:spcPts val="0"/>
              </a:spcBef>
              <a:spcAft>
                <a:spcPts val="0"/>
              </a:spcAft>
              <a:buNone/>
              <a:defRPr sz="1700" b="1">
                <a:latin typeface="Roboto"/>
                <a:ea typeface="Roboto"/>
                <a:cs typeface="Roboto"/>
                <a:sym typeface="Roboto"/>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mp; body 2">
  <p:cSld name="CUSTOM_21">
    <p:spTree>
      <p:nvGrpSpPr>
        <p:cNvPr id="1" name="Shape 799"/>
        <p:cNvGrpSpPr/>
        <p:nvPr/>
      </p:nvGrpSpPr>
      <p:grpSpPr>
        <a:xfrm>
          <a:off x="0" y="0"/>
          <a:ext cx="0" cy="0"/>
          <a:chOff x="0" y="0"/>
          <a:chExt cx="0" cy="0"/>
        </a:xfrm>
      </p:grpSpPr>
      <p:sp>
        <p:nvSpPr>
          <p:cNvPr id="800" name="Google Shape;800;p37"/>
          <p:cNvSpPr txBox="1">
            <a:spLocks noGrp="1"/>
          </p:cNvSpPr>
          <p:nvPr>
            <p:ph type="title"/>
          </p:nvPr>
        </p:nvSpPr>
        <p:spPr>
          <a:xfrm>
            <a:off x="1074150" y="394200"/>
            <a:ext cx="6995700" cy="5139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2700">
                <a:solidFill>
                  <a:srgbClr val="00BBC1"/>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801" name="Google Shape;801;p37"/>
          <p:cNvSpPr txBox="1">
            <a:spLocks noGrp="1"/>
          </p:cNvSpPr>
          <p:nvPr>
            <p:ph type="subTitle" idx="1"/>
          </p:nvPr>
        </p:nvSpPr>
        <p:spPr>
          <a:xfrm>
            <a:off x="1074150" y="1151650"/>
            <a:ext cx="6995700" cy="3344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Char char="●"/>
              <a:defRPr>
                <a:solidFill>
                  <a:srgbClr val="343434"/>
                </a:solidFill>
              </a:defRPr>
            </a:lvl1pPr>
            <a:lvl2pPr lvl="1" algn="ctr" rtl="0">
              <a:lnSpc>
                <a:spcPct val="100000"/>
              </a:lnSpc>
              <a:spcBef>
                <a:spcPts val="0"/>
              </a:spcBef>
              <a:spcAft>
                <a:spcPts val="0"/>
              </a:spcAft>
              <a:buClr>
                <a:srgbClr val="343434"/>
              </a:buClr>
              <a:buSzPts val="1200"/>
              <a:buChar char="○"/>
              <a:defRPr>
                <a:solidFill>
                  <a:srgbClr val="343434"/>
                </a:solidFill>
              </a:defRPr>
            </a:lvl2pPr>
            <a:lvl3pPr lvl="2" algn="ctr" rtl="0">
              <a:lnSpc>
                <a:spcPct val="100000"/>
              </a:lnSpc>
              <a:spcBef>
                <a:spcPts val="0"/>
              </a:spcBef>
              <a:spcAft>
                <a:spcPts val="0"/>
              </a:spcAft>
              <a:buClr>
                <a:srgbClr val="343434"/>
              </a:buClr>
              <a:buSzPts val="1200"/>
              <a:buChar char="■"/>
              <a:defRPr>
                <a:solidFill>
                  <a:srgbClr val="343434"/>
                </a:solidFill>
              </a:defRPr>
            </a:lvl3pPr>
            <a:lvl4pPr lvl="3" algn="ctr" rtl="0">
              <a:lnSpc>
                <a:spcPct val="100000"/>
              </a:lnSpc>
              <a:spcBef>
                <a:spcPts val="0"/>
              </a:spcBef>
              <a:spcAft>
                <a:spcPts val="0"/>
              </a:spcAft>
              <a:buClr>
                <a:srgbClr val="343434"/>
              </a:buClr>
              <a:buSzPts val="1200"/>
              <a:buChar char="●"/>
              <a:defRPr>
                <a:solidFill>
                  <a:srgbClr val="343434"/>
                </a:solidFill>
              </a:defRPr>
            </a:lvl4pPr>
            <a:lvl5pPr lvl="4" algn="ctr" rtl="0">
              <a:lnSpc>
                <a:spcPct val="100000"/>
              </a:lnSpc>
              <a:spcBef>
                <a:spcPts val="0"/>
              </a:spcBef>
              <a:spcAft>
                <a:spcPts val="0"/>
              </a:spcAft>
              <a:buClr>
                <a:srgbClr val="343434"/>
              </a:buClr>
              <a:buSzPts val="1200"/>
              <a:buChar char="○"/>
              <a:defRPr>
                <a:solidFill>
                  <a:srgbClr val="343434"/>
                </a:solidFill>
              </a:defRPr>
            </a:lvl5pPr>
            <a:lvl6pPr lvl="5" algn="ctr" rtl="0">
              <a:lnSpc>
                <a:spcPct val="100000"/>
              </a:lnSpc>
              <a:spcBef>
                <a:spcPts val="0"/>
              </a:spcBef>
              <a:spcAft>
                <a:spcPts val="0"/>
              </a:spcAft>
              <a:buClr>
                <a:srgbClr val="343434"/>
              </a:buClr>
              <a:buSzPts val="1200"/>
              <a:buChar char="■"/>
              <a:defRPr>
                <a:solidFill>
                  <a:srgbClr val="343434"/>
                </a:solidFill>
              </a:defRPr>
            </a:lvl6pPr>
            <a:lvl7pPr lvl="6" algn="ctr" rtl="0">
              <a:lnSpc>
                <a:spcPct val="100000"/>
              </a:lnSpc>
              <a:spcBef>
                <a:spcPts val="0"/>
              </a:spcBef>
              <a:spcAft>
                <a:spcPts val="0"/>
              </a:spcAft>
              <a:buClr>
                <a:srgbClr val="343434"/>
              </a:buClr>
              <a:buSzPts val="1200"/>
              <a:buChar char="●"/>
              <a:defRPr>
                <a:solidFill>
                  <a:srgbClr val="343434"/>
                </a:solidFill>
              </a:defRPr>
            </a:lvl7pPr>
            <a:lvl8pPr lvl="7" algn="ctr" rtl="0">
              <a:lnSpc>
                <a:spcPct val="100000"/>
              </a:lnSpc>
              <a:spcBef>
                <a:spcPts val="0"/>
              </a:spcBef>
              <a:spcAft>
                <a:spcPts val="0"/>
              </a:spcAft>
              <a:buClr>
                <a:srgbClr val="343434"/>
              </a:buClr>
              <a:buSzPts val="1200"/>
              <a:buChar char="○"/>
              <a:defRPr>
                <a:solidFill>
                  <a:srgbClr val="343434"/>
                </a:solidFill>
              </a:defRPr>
            </a:lvl8pPr>
            <a:lvl9pPr lvl="8" algn="ctr" rtl="0">
              <a:lnSpc>
                <a:spcPct val="100000"/>
              </a:lnSpc>
              <a:spcBef>
                <a:spcPts val="0"/>
              </a:spcBef>
              <a:spcAft>
                <a:spcPts val="0"/>
              </a:spcAft>
              <a:buClr>
                <a:srgbClr val="343434"/>
              </a:buClr>
              <a:buSzPts val="1200"/>
              <a:buChar char="■"/>
              <a:defRPr>
                <a:solidFill>
                  <a:srgbClr val="343434"/>
                </a:solidFil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Only title 5">
  <p:cSld name="CUSTOM_22">
    <p:spTree>
      <p:nvGrpSpPr>
        <p:cNvPr id="1" name="Shape 802"/>
        <p:cNvGrpSpPr/>
        <p:nvPr/>
      </p:nvGrpSpPr>
      <p:grpSpPr>
        <a:xfrm>
          <a:off x="0" y="0"/>
          <a:ext cx="0" cy="0"/>
          <a:chOff x="0" y="0"/>
          <a:chExt cx="0" cy="0"/>
        </a:xfrm>
      </p:grpSpPr>
      <p:sp>
        <p:nvSpPr>
          <p:cNvPr id="803" name="Google Shape;803;p38"/>
          <p:cNvSpPr txBox="1">
            <a:spLocks noGrp="1"/>
          </p:cNvSpPr>
          <p:nvPr>
            <p:ph type="title"/>
          </p:nvPr>
        </p:nvSpPr>
        <p:spPr>
          <a:xfrm>
            <a:off x="1074150" y="384048"/>
            <a:ext cx="6995700" cy="5139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2700">
                <a:solidFill>
                  <a:schemeClr val="accent5"/>
                </a:solidFill>
              </a:defRPr>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grpSp>
        <p:nvGrpSpPr>
          <p:cNvPr id="804" name="Google Shape;804;p38"/>
          <p:cNvGrpSpPr/>
          <p:nvPr/>
        </p:nvGrpSpPr>
        <p:grpSpPr>
          <a:xfrm>
            <a:off x="8069842" y="4006534"/>
            <a:ext cx="1717686" cy="1718100"/>
            <a:chOff x="1347125" y="349025"/>
            <a:chExt cx="4978800" cy="4980000"/>
          </a:xfrm>
        </p:grpSpPr>
        <p:sp>
          <p:nvSpPr>
            <p:cNvPr id="805" name="Google Shape;805;p38"/>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8"/>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8"/>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8"/>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8"/>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8"/>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8"/>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8"/>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8"/>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8"/>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8"/>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8"/>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8"/>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8"/>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8"/>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8"/>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8"/>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8"/>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8"/>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8"/>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8"/>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8"/>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7" name="Google Shape;827;p38"/>
          <p:cNvGrpSpPr/>
          <p:nvPr/>
        </p:nvGrpSpPr>
        <p:grpSpPr>
          <a:xfrm>
            <a:off x="-40261" y="-268502"/>
            <a:ext cx="760263" cy="760446"/>
            <a:chOff x="1347125" y="349025"/>
            <a:chExt cx="4978800" cy="4980000"/>
          </a:xfrm>
        </p:grpSpPr>
        <p:sp>
          <p:nvSpPr>
            <p:cNvPr id="828" name="Google Shape;828;p38"/>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8"/>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8"/>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8"/>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8"/>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8"/>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8"/>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8"/>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8"/>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8"/>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8"/>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8"/>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8"/>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8"/>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8"/>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8"/>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8"/>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8"/>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8"/>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8"/>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8"/>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8"/>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0" name="Google Shape;850;p38"/>
          <p:cNvSpPr/>
          <p:nvPr/>
        </p:nvSpPr>
        <p:spPr>
          <a:xfrm>
            <a:off x="8742075" y="3856500"/>
            <a:ext cx="258300" cy="2583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8"/>
          <p:cNvSpPr/>
          <p:nvPr/>
        </p:nvSpPr>
        <p:spPr>
          <a:xfrm>
            <a:off x="140600" y="380100"/>
            <a:ext cx="159900" cy="159900"/>
          </a:xfrm>
          <a:prstGeom prst="ellipse">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slideLayout" Target="../slideLayouts/slideLayout26.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34" Type="http://schemas.openxmlformats.org/officeDocument/2006/relationships/slideLayout" Target="../slideLayouts/slideLayout34.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33" Type="http://schemas.openxmlformats.org/officeDocument/2006/relationships/slideLayout" Target="../slideLayouts/slideLayout33.xml" /><Relationship Id="rId38"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29" Type="http://schemas.openxmlformats.org/officeDocument/2006/relationships/slideLayout" Target="../slideLayouts/slideLayout29.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32" Type="http://schemas.openxmlformats.org/officeDocument/2006/relationships/slideLayout" Target="../slideLayouts/slideLayout32.xml" /><Relationship Id="rId37" Type="http://schemas.openxmlformats.org/officeDocument/2006/relationships/slideLayout" Target="../slideLayouts/slideLayout37.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28" Type="http://schemas.openxmlformats.org/officeDocument/2006/relationships/slideLayout" Target="../slideLayouts/slideLayout28.xml" /><Relationship Id="rId36" Type="http://schemas.openxmlformats.org/officeDocument/2006/relationships/slideLayout" Target="../slideLayouts/slideLayout36.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31" Type="http://schemas.openxmlformats.org/officeDocument/2006/relationships/slideLayout" Target="../slideLayouts/slideLayout31.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 Id="rId27" Type="http://schemas.openxmlformats.org/officeDocument/2006/relationships/slideLayout" Target="../slideLayouts/slideLayout27.xml" /><Relationship Id="rId30" Type="http://schemas.openxmlformats.org/officeDocument/2006/relationships/slideLayout" Target="../slideLayouts/slideLayout30.xml" /><Relationship Id="rId35" Type="http://schemas.openxmlformats.org/officeDocument/2006/relationships/slideLayout" Target="../slideLayouts/slideLayout35.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7E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1pPr>
            <a:lvl2pPr lvl="1">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2pPr>
            <a:lvl3pPr lvl="2">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3pPr>
            <a:lvl4pPr lvl="3">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4pPr>
            <a:lvl5pPr lvl="4">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5pPr>
            <a:lvl6pPr lvl="5">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6pPr>
            <a:lvl7pPr lvl="6">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7pPr>
            <a:lvl8pPr lvl="7">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8pPr>
            <a:lvl9pPr lvl="8">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1pPr>
            <a:lvl2pPr marL="914400" lvl="1"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2pPr>
            <a:lvl3pPr marL="1371600" lvl="2"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3pPr>
            <a:lvl4pPr marL="1828800" lvl="3"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4pPr>
            <a:lvl5pPr marL="2286000" lvl="4"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5pPr>
            <a:lvl6pPr marL="2743200" lvl="5"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6pPr>
            <a:lvl7pPr marL="3200400" lvl="6"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7pPr>
            <a:lvl8pPr marL="3657600" lvl="7"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8pPr>
            <a:lvl9pPr marL="4114800" lvl="8"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5" Type="http://schemas.openxmlformats.org/officeDocument/2006/relationships/image" Target="../media/image2.png" /><Relationship Id="rId4" Type="http://schemas.microsoft.com/office/2007/relationships/hdphoto" Target="../media/hdphoto1.wdp"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5.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4.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9.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9.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9.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9.xml" /></Relationships>
</file>

<file path=ppt/slides/_rels/slide10.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0.xml" /><Relationship Id="rId1" Type="http://schemas.openxmlformats.org/officeDocument/2006/relationships/slideLayout" Target="../slideLayouts/slideLayout23.xml" /></Relationships>
</file>

<file path=ppt/slides/_rels/slide1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1.xml" /><Relationship Id="rId1" Type="http://schemas.openxmlformats.org/officeDocument/2006/relationships/slideLayout" Target="../slideLayouts/slideLayout21.xml" /></Relationships>
</file>

<file path=ppt/slides/_rels/slide12.xml.rels><?xml version="1.0" encoding="UTF-8" standalone="yes"?>
<Relationships xmlns="http://schemas.openxmlformats.org/package/2006/relationships"><Relationship Id="rId3" Type="http://schemas.openxmlformats.org/officeDocument/2006/relationships/hyperlink" Target="Database-Diagram9.png" TargetMode="External" /><Relationship Id="rId2" Type="http://schemas.openxmlformats.org/officeDocument/2006/relationships/notesSlide" Target="../notesSlides/notesSlide12.xml" /><Relationship Id="rId1" Type="http://schemas.openxmlformats.org/officeDocument/2006/relationships/slideLayout" Target="../slideLayouts/slideLayout18.xml" /></Relationships>
</file>

<file path=ppt/slides/_rels/slide13.xml.rels><?xml version="1.0" encoding="UTF-8" standalone="yes"?>
<Relationships xmlns="http://schemas.openxmlformats.org/package/2006/relationships"><Relationship Id="rId3" Type="http://schemas.openxmlformats.org/officeDocument/2006/relationships/hyperlink" Target="Entity_R_D_9.png" TargetMode="External" /><Relationship Id="rId2" Type="http://schemas.openxmlformats.org/officeDocument/2006/relationships/notesSlide" Target="../notesSlides/notesSlide13.xml" /><Relationship Id="rId1" Type="http://schemas.openxmlformats.org/officeDocument/2006/relationships/slideLayout" Target="../slideLayouts/slideLayout19.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41"/>
          <p:cNvSpPr txBox="1">
            <a:spLocks noGrp="1"/>
          </p:cNvSpPr>
          <p:nvPr>
            <p:ph type="ctrTitle"/>
          </p:nvPr>
        </p:nvSpPr>
        <p:spPr>
          <a:xfrm>
            <a:off x="4482154" y="1827056"/>
            <a:ext cx="4360147" cy="176978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GB" sz="2800" dirty="0" err="1">
                <a:solidFill>
                  <a:schemeClr val="accent1"/>
                </a:solidFill>
                <a:latin typeface="Cairo Black" pitchFamily="2" charset="-78"/>
                <a:cs typeface="Cairo Black" pitchFamily="2" charset="-78"/>
              </a:rPr>
              <a:t>AlShihr</a:t>
            </a:r>
            <a:r>
              <a:rPr lang="en-GB" sz="2800" dirty="0">
                <a:solidFill>
                  <a:schemeClr val="accent1"/>
                </a:solidFill>
                <a:latin typeface="Cairo Black" pitchFamily="2" charset="-78"/>
                <a:cs typeface="Cairo Black" pitchFamily="2" charset="-78"/>
              </a:rPr>
              <a:t>-Mukalla General</a:t>
            </a:r>
            <a:r>
              <a:rPr lang="ar-SA" altLang="en-GB" sz="2800" dirty="0">
                <a:solidFill>
                  <a:schemeClr val="accent1"/>
                </a:solidFill>
                <a:latin typeface="Cairo Black" pitchFamily="2" charset="-78"/>
                <a:cs typeface="Cairo Black" pitchFamily="2" charset="-78"/>
              </a:rPr>
              <a:t> </a:t>
            </a:r>
            <a:r>
              <a:rPr lang="en-GB" sz="2800" dirty="0">
                <a:solidFill>
                  <a:schemeClr val="accent1"/>
                </a:solidFill>
                <a:latin typeface="Cairo Black" pitchFamily="2" charset="-78"/>
                <a:cs typeface="Cairo Black" pitchFamily="2" charset="-78"/>
              </a:rPr>
              <a:t>Information Services </a:t>
            </a:r>
            <a:br>
              <a:rPr lang="en-GB" sz="2800" dirty="0">
                <a:solidFill>
                  <a:schemeClr val="accent1"/>
                </a:solidFill>
                <a:latin typeface="Cairo Black" pitchFamily="2" charset="-78"/>
                <a:cs typeface="Cairo Black" pitchFamily="2" charset="-78"/>
              </a:rPr>
            </a:br>
            <a:r>
              <a:rPr lang="en-GB" sz="2800" dirty="0">
                <a:solidFill>
                  <a:schemeClr val="accent1"/>
                </a:solidFill>
                <a:latin typeface="Cairo Black" pitchFamily="2" charset="-78"/>
                <a:cs typeface="Cairo Black" pitchFamily="2" charset="-78"/>
              </a:rPr>
              <a:t>Provider - Application</a:t>
            </a:r>
          </a:p>
        </p:txBody>
      </p:sp>
      <p:grpSp>
        <p:nvGrpSpPr>
          <p:cNvPr id="862" name="Google Shape;862;p41"/>
          <p:cNvGrpSpPr/>
          <p:nvPr/>
        </p:nvGrpSpPr>
        <p:grpSpPr>
          <a:xfrm>
            <a:off x="692342" y="340034"/>
            <a:ext cx="1717686" cy="1718100"/>
            <a:chOff x="1347125" y="349025"/>
            <a:chExt cx="4978800" cy="4980000"/>
          </a:xfrm>
        </p:grpSpPr>
        <p:sp>
          <p:nvSpPr>
            <p:cNvPr id="863" name="Google Shape;863;p4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5" name="Google Shape;885;p41"/>
          <p:cNvSpPr/>
          <p:nvPr/>
        </p:nvSpPr>
        <p:spPr>
          <a:xfrm>
            <a:off x="3424105" y="3264003"/>
            <a:ext cx="972600" cy="972600"/>
          </a:xfrm>
          <a:prstGeom prst="donut">
            <a:avLst>
              <a:gd name="adj" fmla="val 17842"/>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1"/>
          <p:cNvSpPr/>
          <p:nvPr/>
        </p:nvSpPr>
        <p:spPr>
          <a:xfrm>
            <a:off x="461499" y="1031675"/>
            <a:ext cx="334800" cy="334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1"/>
          <p:cNvSpPr/>
          <p:nvPr/>
        </p:nvSpPr>
        <p:spPr>
          <a:xfrm rot="9266724">
            <a:off x="4193527" y="3305866"/>
            <a:ext cx="251060" cy="25106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1"/>
          <p:cNvSpPr/>
          <p:nvPr/>
        </p:nvSpPr>
        <p:spPr>
          <a:xfrm>
            <a:off x="1515522" y="1193033"/>
            <a:ext cx="40890" cy="337094"/>
          </a:xfrm>
          <a:custGeom>
            <a:avLst/>
            <a:gdLst/>
            <a:ahLst/>
            <a:cxnLst/>
            <a:rect l="l" t="t" r="r" b="b"/>
            <a:pathLst>
              <a:path w="978" h="8063" extrusionOk="0">
                <a:moveTo>
                  <a:pt x="477" y="1"/>
                </a:moveTo>
                <a:cubicBezTo>
                  <a:pt x="215" y="1"/>
                  <a:pt x="0" y="215"/>
                  <a:pt x="0" y="478"/>
                </a:cubicBezTo>
                <a:lnTo>
                  <a:pt x="0" y="7585"/>
                </a:lnTo>
                <a:cubicBezTo>
                  <a:pt x="0" y="7848"/>
                  <a:pt x="215" y="8062"/>
                  <a:pt x="477" y="8062"/>
                </a:cubicBezTo>
                <a:cubicBezTo>
                  <a:pt x="763" y="8062"/>
                  <a:pt x="978" y="7848"/>
                  <a:pt x="978" y="7585"/>
                </a:cubicBezTo>
                <a:lnTo>
                  <a:pt x="978" y="478"/>
                </a:lnTo>
                <a:cubicBezTo>
                  <a:pt x="978" y="215"/>
                  <a:pt x="763" y="1"/>
                  <a:pt x="477" y="1"/>
                </a:cubicBezTo>
                <a:close/>
              </a:path>
            </a:pathLst>
          </a:custGeom>
          <a:solidFill>
            <a:srgbClr val="2929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1"/>
          <p:cNvSpPr/>
          <p:nvPr/>
        </p:nvSpPr>
        <p:spPr>
          <a:xfrm>
            <a:off x="1515522" y="1594878"/>
            <a:ext cx="40890" cy="336090"/>
          </a:xfrm>
          <a:custGeom>
            <a:avLst/>
            <a:gdLst/>
            <a:ahLst/>
            <a:cxnLst/>
            <a:rect l="l" t="t" r="r" b="b"/>
            <a:pathLst>
              <a:path w="978" h="8039" extrusionOk="0">
                <a:moveTo>
                  <a:pt x="477" y="1"/>
                </a:moveTo>
                <a:cubicBezTo>
                  <a:pt x="215" y="1"/>
                  <a:pt x="0" y="215"/>
                  <a:pt x="0" y="478"/>
                </a:cubicBezTo>
                <a:lnTo>
                  <a:pt x="0" y="7561"/>
                </a:lnTo>
                <a:cubicBezTo>
                  <a:pt x="0" y="7847"/>
                  <a:pt x="215" y="8038"/>
                  <a:pt x="477" y="8038"/>
                </a:cubicBezTo>
                <a:cubicBezTo>
                  <a:pt x="763" y="8038"/>
                  <a:pt x="978" y="7800"/>
                  <a:pt x="978" y="7561"/>
                </a:cubicBezTo>
                <a:lnTo>
                  <a:pt x="978" y="478"/>
                </a:lnTo>
                <a:cubicBezTo>
                  <a:pt x="978" y="191"/>
                  <a:pt x="763" y="1"/>
                  <a:pt x="477" y="1"/>
                </a:cubicBezTo>
                <a:close/>
              </a:path>
            </a:pathLst>
          </a:custGeom>
          <a:solidFill>
            <a:srgbClr val="2929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1"/>
          <p:cNvSpPr/>
          <p:nvPr/>
        </p:nvSpPr>
        <p:spPr>
          <a:xfrm>
            <a:off x="1527479" y="224875"/>
            <a:ext cx="2209784" cy="4521983"/>
          </a:xfrm>
          <a:custGeom>
            <a:avLst/>
            <a:gdLst/>
            <a:ahLst/>
            <a:cxnLst/>
            <a:rect l="l" t="t" r="r" b="b"/>
            <a:pathLst>
              <a:path w="52853" h="108162" extrusionOk="0">
                <a:moveTo>
                  <a:pt x="7871" y="1097"/>
                </a:moveTo>
                <a:lnTo>
                  <a:pt x="45101" y="1121"/>
                </a:lnTo>
                <a:cubicBezTo>
                  <a:pt x="48536" y="1121"/>
                  <a:pt x="51326" y="4031"/>
                  <a:pt x="51326" y="7608"/>
                </a:cubicBezTo>
                <a:lnTo>
                  <a:pt x="51255" y="100267"/>
                </a:lnTo>
                <a:cubicBezTo>
                  <a:pt x="51255" y="103845"/>
                  <a:pt x="48440" y="106707"/>
                  <a:pt x="45006" y="106707"/>
                </a:cubicBezTo>
                <a:lnTo>
                  <a:pt x="7799" y="106683"/>
                </a:lnTo>
                <a:cubicBezTo>
                  <a:pt x="4365" y="106683"/>
                  <a:pt x="1574" y="103773"/>
                  <a:pt x="1574" y="100196"/>
                </a:cubicBezTo>
                <a:lnTo>
                  <a:pt x="1646" y="7537"/>
                </a:lnTo>
                <a:cubicBezTo>
                  <a:pt x="1646" y="3959"/>
                  <a:pt x="4436" y="1097"/>
                  <a:pt x="7871" y="1097"/>
                </a:cubicBezTo>
                <a:close/>
                <a:moveTo>
                  <a:pt x="6678" y="0"/>
                </a:moveTo>
                <a:cubicBezTo>
                  <a:pt x="3029" y="0"/>
                  <a:pt x="48" y="2957"/>
                  <a:pt x="48" y="6630"/>
                </a:cubicBezTo>
                <a:lnTo>
                  <a:pt x="0" y="101508"/>
                </a:lnTo>
                <a:cubicBezTo>
                  <a:pt x="0" y="105157"/>
                  <a:pt x="2958" y="108138"/>
                  <a:pt x="6607" y="108138"/>
                </a:cubicBezTo>
                <a:lnTo>
                  <a:pt x="46175" y="108162"/>
                </a:lnTo>
                <a:cubicBezTo>
                  <a:pt x="49824" y="108162"/>
                  <a:pt x="52805" y="105204"/>
                  <a:pt x="52805" y="101555"/>
                </a:cubicBezTo>
                <a:lnTo>
                  <a:pt x="52853" y="6654"/>
                </a:lnTo>
                <a:cubicBezTo>
                  <a:pt x="52853" y="2981"/>
                  <a:pt x="49895" y="24"/>
                  <a:pt x="46246" y="24"/>
                </a:cubicBezTo>
                <a:lnTo>
                  <a:pt x="667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1"/>
          <p:cNvSpPr/>
          <p:nvPr/>
        </p:nvSpPr>
        <p:spPr>
          <a:xfrm>
            <a:off x="1593288" y="270737"/>
            <a:ext cx="2080173" cy="4416293"/>
          </a:xfrm>
          <a:custGeom>
            <a:avLst/>
            <a:gdLst/>
            <a:ahLst/>
            <a:cxnLst/>
            <a:rect l="l" t="t" r="r" b="b"/>
            <a:pathLst>
              <a:path w="49753" h="105634" extrusionOk="0">
                <a:moveTo>
                  <a:pt x="6273" y="0"/>
                </a:moveTo>
                <a:cubicBezTo>
                  <a:pt x="2839" y="0"/>
                  <a:pt x="24" y="2910"/>
                  <a:pt x="24" y="6440"/>
                </a:cubicBezTo>
                <a:lnTo>
                  <a:pt x="0" y="99146"/>
                </a:lnTo>
                <a:cubicBezTo>
                  <a:pt x="0" y="102724"/>
                  <a:pt x="2767" y="105586"/>
                  <a:pt x="6225" y="105610"/>
                </a:cubicBezTo>
                <a:lnTo>
                  <a:pt x="43456" y="105634"/>
                </a:lnTo>
                <a:cubicBezTo>
                  <a:pt x="46890" y="105634"/>
                  <a:pt x="49705" y="102748"/>
                  <a:pt x="49705" y="99194"/>
                </a:cubicBezTo>
                <a:lnTo>
                  <a:pt x="49752" y="6535"/>
                </a:lnTo>
                <a:cubicBezTo>
                  <a:pt x="49728" y="2934"/>
                  <a:pt x="46962" y="48"/>
                  <a:pt x="43503" y="48"/>
                </a:cubicBezTo>
                <a:lnTo>
                  <a:pt x="6273" y="0"/>
                </a:lnTo>
                <a:close/>
              </a:path>
            </a:pathLst>
          </a:custGeom>
          <a:solidFill>
            <a:srgbClr val="34343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1"/>
          <p:cNvSpPr/>
          <p:nvPr/>
        </p:nvSpPr>
        <p:spPr>
          <a:xfrm>
            <a:off x="2315257" y="500046"/>
            <a:ext cx="59872" cy="59868"/>
          </a:xfrm>
          <a:custGeom>
            <a:avLst/>
            <a:gdLst/>
            <a:ahLst/>
            <a:cxnLst/>
            <a:rect l="l" t="t" r="r" b="b"/>
            <a:pathLst>
              <a:path w="1432" h="1432" extrusionOk="0">
                <a:moveTo>
                  <a:pt x="716" y="311"/>
                </a:moveTo>
                <a:cubicBezTo>
                  <a:pt x="835" y="311"/>
                  <a:pt x="930" y="335"/>
                  <a:pt x="1002" y="430"/>
                </a:cubicBezTo>
                <a:cubicBezTo>
                  <a:pt x="1097" y="525"/>
                  <a:pt x="1121" y="597"/>
                  <a:pt x="1121" y="716"/>
                </a:cubicBezTo>
                <a:cubicBezTo>
                  <a:pt x="1121" y="836"/>
                  <a:pt x="1097" y="931"/>
                  <a:pt x="1002" y="1026"/>
                </a:cubicBezTo>
                <a:cubicBezTo>
                  <a:pt x="930" y="1122"/>
                  <a:pt x="835" y="1146"/>
                  <a:pt x="716" y="1146"/>
                </a:cubicBezTo>
                <a:cubicBezTo>
                  <a:pt x="596" y="1146"/>
                  <a:pt x="501" y="1122"/>
                  <a:pt x="406" y="1026"/>
                </a:cubicBezTo>
                <a:cubicBezTo>
                  <a:pt x="334" y="931"/>
                  <a:pt x="286" y="836"/>
                  <a:pt x="286" y="716"/>
                </a:cubicBezTo>
                <a:cubicBezTo>
                  <a:pt x="286" y="597"/>
                  <a:pt x="334" y="525"/>
                  <a:pt x="406" y="430"/>
                </a:cubicBezTo>
                <a:cubicBezTo>
                  <a:pt x="501" y="335"/>
                  <a:pt x="596" y="311"/>
                  <a:pt x="716" y="311"/>
                </a:cubicBezTo>
                <a:close/>
                <a:moveTo>
                  <a:pt x="716" y="1"/>
                </a:moveTo>
                <a:cubicBezTo>
                  <a:pt x="525" y="1"/>
                  <a:pt x="358" y="72"/>
                  <a:pt x="215" y="215"/>
                </a:cubicBezTo>
                <a:cubicBezTo>
                  <a:pt x="95" y="335"/>
                  <a:pt x="0" y="549"/>
                  <a:pt x="0" y="716"/>
                </a:cubicBezTo>
                <a:cubicBezTo>
                  <a:pt x="0" y="907"/>
                  <a:pt x="48" y="1074"/>
                  <a:pt x="215" y="1241"/>
                </a:cubicBezTo>
                <a:cubicBezTo>
                  <a:pt x="334" y="1360"/>
                  <a:pt x="525" y="1432"/>
                  <a:pt x="716" y="1432"/>
                </a:cubicBezTo>
                <a:cubicBezTo>
                  <a:pt x="930" y="1432"/>
                  <a:pt x="1097" y="1384"/>
                  <a:pt x="1216" y="1241"/>
                </a:cubicBezTo>
                <a:cubicBezTo>
                  <a:pt x="1336" y="1122"/>
                  <a:pt x="1431" y="907"/>
                  <a:pt x="1431" y="716"/>
                </a:cubicBezTo>
                <a:cubicBezTo>
                  <a:pt x="1431" y="549"/>
                  <a:pt x="1360" y="359"/>
                  <a:pt x="1216" y="215"/>
                </a:cubicBezTo>
                <a:cubicBezTo>
                  <a:pt x="1097" y="96"/>
                  <a:pt x="883" y="1"/>
                  <a:pt x="716" y="1"/>
                </a:cubicBezTo>
                <a:close/>
              </a:path>
            </a:pathLst>
          </a:custGeom>
          <a:solidFill>
            <a:srgbClr val="D0D1DE"/>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1"/>
          <p:cNvSpPr/>
          <p:nvPr/>
        </p:nvSpPr>
        <p:spPr>
          <a:xfrm>
            <a:off x="2224488" y="515013"/>
            <a:ext cx="29978" cy="29976"/>
          </a:xfrm>
          <a:custGeom>
            <a:avLst/>
            <a:gdLst/>
            <a:ahLst/>
            <a:cxnLst/>
            <a:rect l="l" t="t" r="r" b="b"/>
            <a:pathLst>
              <a:path w="717" h="717" extrusionOk="0">
                <a:moveTo>
                  <a:pt x="358" y="287"/>
                </a:moveTo>
                <a:cubicBezTo>
                  <a:pt x="382" y="287"/>
                  <a:pt x="406" y="334"/>
                  <a:pt x="430" y="334"/>
                </a:cubicBezTo>
                <a:cubicBezTo>
                  <a:pt x="430" y="382"/>
                  <a:pt x="394" y="406"/>
                  <a:pt x="358" y="406"/>
                </a:cubicBezTo>
                <a:cubicBezTo>
                  <a:pt x="323" y="406"/>
                  <a:pt x="287" y="382"/>
                  <a:pt x="287" y="334"/>
                </a:cubicBezTo>
                <a:cubicBezTo>
                  <a:pt x="287" y="311"/>
                  <a:pt x="311" y="287"/>
                  <a:pt x="358" y="287"/>
                </a:cubicBezTo>
                <a:close/>
                <a:moveTo>
                  <a:pt x="358" y="1"/>
                </a:moveTo>
                <a:cubicBezTo>
                  <a:pt x="168" y="1"/>
                  <a:pt x="1" y="167"/>
                  <a:pt x="1" y="358"/>
                </a:cubicBezTo>
                <a:cubicBezTo>
                  <a:pt x="1" y="549"/>
                  <a:pt x="144" y="716"/>
                  <a:pt x="358" y="716"/>
                </a:cubicBezTo>
                <a:cubicBezTo>
                  <a:pt x="549" y="716"/>
                  <a:pt x="716" y="573"/>
                  <a:pt x="716" y="358"/>
                </a:cubicBezTo>
                <a:cubicBezTo>
                  <a:pt x="716" y="191"/>
                  <a:pt x="549" y="1"/>
                  <a:pt x="358" y="1"/>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1"/>
          <p:cNvSpPr/>
          <p:nvPr/>
        </p:nvSpPr>
        <p:spPr>
          <a:xfrm>
            <a:off x="2426931" y="508032"/>
            <a:ext cx="413877" cy="44901"/>
          </a:xfrm>
          <a:custGeom>
            <a:avLst/>
            <a:gdLst/>
            <a:ahLst/>
            <a:cxnLst/>
            <a:rect l="l" t="t" r="r" b="b"/>
            <a:pathLst>
              <a:path w="9899" h="1074" extrusionOk="0">
                <a:moveTo>
                  <a:pt x="9374" y="287"/>
                </a:moveTo>
                <a:cubicBezTo>
                  <a:pt x="9469" y="287"/>
                  <a:pt x="9517" y="334"/>
                  <a:pt x="9540" y="358"/>
                </a:cubicBezTo>
                <a:cubicBezTo>
                  <a:pt x="9588" y="406"/>
                  <a:pt x="9612" y="478"/>
                  <a:pt x="9612" y="525"/>
                </a:cubicBezTo>
                <a:cubicBezTo>
                  <a:pt x="9612" y="621"/>
                  <a:pt x="9588" y="692"/>
                  <a:pt x="9540" y="716"/>
                </a:cubicBezTo>
                <a:cubicBezTo>
                  <a:pt x="9493" y="740"/>
                  <a:pt x="9421" y="764"/>
                  <a:pt x="9374" y="764"/>
                </a:cubicBezTo>
                <a:lnTo>
                  <a:pt x="549" y="764"/>
                </a:lnTo>
                <a:cubicBezTo>
                  <a:pt x="453" y="764"/>
                  <a:pt x="406" y="740"/>
                  <a:pt x="358" y="716"/>
                </a:cubicBezTo>
                <a:cubicBezTo>
                  <a:pt x="334" y="645"/>
                  <a:pt x="310" y="597"/>
                  <a:pt x="310" y="525"/>
                </a:cubicBezTo>
                <a:cubicBezTo>
                  <a:pt x="310" y="454"/>
                  <a:pt x="334" y="382"/>
                  <a:pt x="358" y="358"/>
                </a:cubicBezTo>
                <a:cubicBezTo>
                  <a:pt x="430" y="334"/>
                  <a:pt x="477" y="287"/>
                  <a:pt x="549" y="287"/>
                </a:cubicBezTo>
                <a:close/>
                <a:moveTo>
                  <a:pt x="549" y="1"/>
                </a:moveTo>
                <a:cubicBezTo>
                  <a:pt x="406" y="1"/>
                  <a:pt x="239" y="48"/>
                  <a:pt x="167" y="144"/>
                </a:cubicBezTo>
                <a:cubicBezTo>
                  <a:pt x="72" y="263"/>
                  <a:pt x="0" y="382"/>
                  <a:pt x="0" y="525"/>
                </a:cubicBezTo>
                <a:cubicBezTo>
                  <a:pt x="0" y="692"/>
                  <a:pt x="72" y="835"/>
                  <a:pt x="167" y="931"/>
                </a:cubicBezTo>
                <a:cubicBezTo>
                  <a:pt x="287" y="1002"/>
                  <a:pt x="406" y="1074"/>
                  <a:pt x="549" y="1074"/>
                </a:cubicBezTo>
                <a:lnTo>
                  <a:pt x="9374" y="1074"/>
                </a:lnTo>
                <a:cubicBezTo>
                  <a:pt x="9493" y="1074"/>
                  <a:pt x="9636" y="1002"/>
                  <a:pt x="9755" y="931"/>
                </a:cubicBezTo>
                <a:cubicBezTo>
                  <a:pt x="9851" y="811"/>
                  <a:pt x="9898" y="692"/>
                  <a:pt x="9898" y="525"/>
                </a:cubicBezTo>
                <a:cubicBezTo>
                  <a:pt x="9898" y="382"/>
                  <a:pt x="9851" y="239"/>
                  <a:pt x="9755" y="144"/>
                </a:cubicBezTo>
                <a:cubicBezTo>
                  <a:pt x="9636" y="48"/>
                  <a:pt x="9517" y="1"/>
                  <a:pt x="9374" y="1"/>
                </a:cubicBezTo>
                <a:close/>
              </a:path>
            </a:pathLst>
          </a:custGeom>
          <a:solidFill>
            <a:srgbClr val="D0D1DE"/>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1"/>
          <p:cNvSpPr/>
          <p:nvPr/>
        </p:nvSpPr>
        <p:spPr>
          <a:xfrm>
            <a:off x="2365094" y="4400729"/>
            <a:ext cx="534541" cy="151594"/>
          </a:xfrm>
          <a:custGeom>
            <a:avLst/>
            <a:gdLst/>
            <a:ahLst/>
            <a:cxnLst/>
            <a:rect l="l" t="t" r="r" b="b"/>
            <a:pathLst>
              <a:path w="12785" h="3626" extrusionOk="0">
                <a:moveTo>
                  <a:pt x="10972" y="287"/>
                </a:moveTo>
                <a:cubicBezTo>
                  <a:pt x="11377" y="287"/>
                  <a:pt x="11735" y="430"/>
                  <a:pt x="12045" y="740"/>
                </a:cubicBezTo>
                <a:cubicBezTo>
                  <a:pt x="12331" y="1026"/>
                  <a:pt x="12498" y="1384"/>
                  <a:pt x="12498" y="1813"/>
                </a:cubicBezTo>
                <a:cubicBezTo>
                  <a:pt x="12498" y="2648"/>
                  <a:pt x="11807" y="3340"/>
                  <a:pt x="10972" y="3340"/>
                </a:cubicBezTo>
                <a:lnTo>
                  <a:pt x="1813" y="3340"/>
                </a:lnTo>
                <a:cubicBezTo>
                  <a:pt x="1408" y="3340"/>
                  <a:pt x="1050" y="3173"/>
                  <a:pt x="740" y="2887"/>
                </a:cubicBezTo>
                <a:cubicBezTo>
                  <a:pt x="454" y="2577"/>
                  <a:pt x="287" y="2219"/>
                  <a:pt x="287" y="1813"/>
                </a:cubicBezTo>
                <a:cubicBezTo>
                  <a:pt x="287" y="1384"/>
                  <a:pt x="454" y="1026"/>
                  <a:pt x="740" y="740"/>
                </a:cubicBezTo>
                <a:cubicBezTo>
                  <a:pt x="1050" y="430"/>
                  <a:pt x="1408" y="287"/>
                  <a:pt x="1813" y="287"/>
                </a:cubicBezTo>
                <a:close/>
                <a:moveTo>
                  <a:pt x="1813" y="1"/>
                </a:moveTo>
                <a:cubicBezTo>
                  <a:pt x="1336" y="1"/>
                  <a:pt x="859" y="192"/>
                  <a:pt x="525" y="525"/>
                </a:cubicBezTo>
                <a:cubicBezTo>
                  <a:pt x="168" y="859"/>
                  <a:pt x="1" y="1336"/>
                  <a:pt x="1" y="1813"/>
                </a:cubicBezTo>
                <a:cubicBezTo>
                  <a:pt x="1" y="2290"/>
                  <a:pt x="215" y="2767"/>
                  <a:pt x="525" y="3101"/>
                </a:cubicBezTo>
                <a:cubicBezTo>
                  <a:pt x="883" y="3435"/>
                  <a:pt x="1336" y="3626"/>
                  <a:pt x="1813" y="3626"/>
                </a:cubicBezTo>
                <a:lnTo>
                  <a:pt x="10972" y="3626"/>
                </a:lnTo>
                <a:cubicBezTo>
                  <a:pt x="11950" y="3626"/>
                  <a:pt x="12784" y="2815"/>
                  <a:pt x="12784" y="1813"/>
                </a:cubicBezTo>
                <a:cubicBezTo>
                  <a:pt x="12784" y="1336"/>
                  <a:pt x="12570" y="859"/>
                  <a:pt x="12260" y="525"/>
                </a:cubicBezTo>
                <a:cubicBezTo>
                  <a:pt x="11902" y="168"/>
                  <a:pt x="11449" y="1"/>
                  <a:pt x="10972" y="1"/>
                </a:cubicBezTo>
                <a:close/>
              </a:path>
            </a:pathLst>
          </a:custGeom>
          <a:solidFill>
            <a:srgbClr val="D0D1DE"/>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1"/>
          <p:cNvSpPr/>
          <p:nvPr/>
        </p:nvSpPr>
        <p:spPr>
          <a:xfrm>
            <a:off x="1662106" y="778270"/>
            <a:ext cx="1945545" cy="3443098"/>
          </a:xfrm>
          <a:custGeom>
            <a:avLst/>
            <a:gdLst/>
            <a:ahLst/>
            <a:cxnLst/>
            <a:rect l="l" t="t" r="r" b="b"/>
            <a:pathLst>
              <a:path w="46533" h="82356" extrusionOk="0">
                <a:moveTo>
                  <a:pt x="0" y="0"/>
                </a:moveTo>
                <a:lnTo>
                  <a:pt x="0" y="82356"/>
                </a:lnTo>
                <a:lnTo>
                  <a:pt x="46532" y="82356"/>
                </a:lnTo>
                <a:lnTo>
                  <a:pt x="465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1"/>
          <p:cNvSpPr/>
          <p:nvPr/>
        </p:nvSpPr>
        <p:spPr>
          <a:xfrm>
            <a:off x="1832606" y="2062527"/>
            <a:ext cx="1609476" cy="446755"/>
          </a:xfrm>
          <a:custGeom>
            <a:avLst/>
            <a:gdLst/>
            <a:ahLst/>
            <a:cxnLst/>
            <a:rect l="l" t="t" r="r" b="b"/>
            <a:pathLst>
              <a:path w="38495" h="10686" extrusionOk="0">
                <a:moveTo>
                  <a:pt x="454" y="0"/>
                </a:moveTo>
                <a:cubicBezTo>
                  <a:pt x="215" y="0"/>
                  <a:pt x="24" y="167"/>
                  <a:pt x="24" y="406"/>
                </a:cubicBezTo>
                <a:lnTo>
                  <a:pt x="24" y="10280"/>
                </a:lnTo>
                <a:cubicBezTo>
                  <a:pt x="1" y="10518"/>
                  <a:pt x="215" y="10685"/>
                  <a:pt x="454" y="10685"/>
                </a:cubicBezTo>
                <a:lnTo>
                  <a:pt x="38066" y="10685"/>
                </a:lnTo>
                <a:cubicBezTo>
                  <a:pt x="38304" y="10685"/>
                  <a:pt x="38495" y="10518"/>
                  <a:pt x="38495" y="10280"/>
                </a:cubicBezTo>
                <a:lnTo>
                  <a:pt x="38495" y="406"/>
                </a:lnTo>
                <a:cubicBezTo>
                  <a:pt x="38495" y="167"/>
                  <a:pt x="38304" y="0"/>
                  <a:pt x="380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1"/>
          <p:cNvSpPr/>
          <p:nvPr/>
        </p:nvSpPr>
        <p:spPr>
          <a:xfrm>
            <a:off x="1896408" y="2129334"/>
            <a:ext cx="281256" cy="282242"/>
          </a:xfrm>
          <a:custGeom>
            <a:avLst/>
            <a:gdLst/>
            <a:ahLst/>
            <a:cxnLst/>
            <a:rect l="l" t="t" r="r" b="b"/>
            <a:pathLst>
              <a:path w="6727" h="6751" extrusionOk="0">
                <a:moveTo>
                  <a:pt x="3364" y="0"/>
                </a:moveTo>
                <a:cubicBezTo>
                  <a:pt x="1480" y="0"/>
                  <a:pt x="1" y="1527"/>
                  <a:pt x="1" y="3363"/>
                </a:cubicBezTo>
                <a:cubicBezTo>
                  <a:pt x="1" y="5224"/>
                  <a:pt x="1480" y="6750"/>
                  <a:pt x="3364" y="6750"/>
                </a:cubicBezTo>
                <a:cubicBezTo>
                  <a:pt x="5224" y="6750"/>
                  <a:pt x="6727" y="5247"/>
                  <a:pt x="6727" y="3363"/>
                </a:cubicBezTo>
                <a:cubicBezTo>
                  <a:pt x="6727" y="1527"/>
                  <a:pt x="5248" y="0"/>
                  <a:pt x="33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1"/>
          <p:cNvSpPr/>
          <p:nvPr/>
        </p:nvSpPr>
        <p:spPr>
          <a:xfrm>
            <a:off x="1999134" y="2205129"/>
            <a:ext cx="72833" cy="72829"/>
          </a:xfrm>
          <a:custGeom>
            <a:avLst/>
            <a:gdLst/>
            <a:ahLst/>
            <a:cxnLst/>
            <a:rect l="l" t="t" r="r" b="b"/>
            <a:pathLst>
              <a:path w="1742" h="1742" extrusionOk="0">
                <a:moveTo>
                  <a:pt x="883" y="0"/>
                </a:moveTo>
                <a:cubicBezTo>
                  <a:pt x="406" y="0"/>
                  <a:pt x="1" y="382"/>
                  <a:pt x="1" y="882"/>
                </a:cubicBezTo>
                <a:cubicBezTo>
                  <a:pt x="1" y="1359"/>
                  <a:pt x="406" y="1741"/>
                  <a:pt x="883" y="1741"/>
                </a:cubicBezTo>
                <a:cubicBezTo>
                  <a:pt x="1360" y="1741"/>
                  <a:pt x="1742" y="1359"/>
                  <a:pt x="1742" y="882"/>
                </a:cubicBezTo>
                <a:cubicBezTo>
                  <a:pt x="1742" y="382"/>
                  <a:pt x="1360" y="0"/>
                  <a:pt x="8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1"/>
          <p:cNvSpPr/>
          <p:nvPr/>
        </p:nvSpPr>
        <p:spPr>
          <a:xfrm>
            <a:off x="1975219" y="2279880"/>
            <a:ext cx="124677" cy="63882"/>
          </a:xfrm>
          <a:custGeom>
            <a:avLst/>
            <a:gdLst/>
            <a:ahLst/>
            <a:cxnLst/>
            <a:rect l="l" t="t" r="r" b="b"/>
            <a:pathLst>
              <a:path w="2982" h="1528" extrusionOk="0">
                <a:moveTo>
                  <a:pt x="1073" y="1"/>
                </a:moveTo>
                <a:cubicBezTo>
                  <a:pt x="501" y="1"/>
                  <a:pt x="24" y="478"/>
                  <a:pt x="24" y="1050"/>
                </a:cubicBezTo>
                <a:lnTo>
                  <a:pt x="24" y="1193"/>
                </a:lnTo>
                <a:cubicBezTo>
                  <a:pt x="0" y="1384"/>
                  <a:pt x="143" y="1527"/>
                  <a:pt x="310" y="1527"/>
                </a:cubicBezTo>
                <a:lnTo>
                  <a:pt x="2648" y="1527"/>
                </a:lnTo>
                <a:cubicBezTo>
                  <a:pt x="2814" y="1527"/>
                  <a:pt x="2981" y="1384"/>
                  <a:pt x="2981" y="1193"/>
                </a:cubicBezTo>
                <a:cubicBezTo>
                  <a:pt x="2981" y="549"/>
                  <a:pt x="2433" y="1"/>
                  <a:pt x="17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1"/>
          <p:cNvSpPr/>
          <p:nvPr/>
        </p:nvSpPr>
        <p:spPr>
          <a:xfrm>
            <a:off x="2342183" y="2182178"/>
            <a:ext cx="352040" cy="11999"/>
          </a:xfrm>
          <a:custGeom>
            <a:avLst/>
            <a:gdLst/>
            <a:ahLst/>
            <a:cxnLst/>
            <a:rect l="l" t="t" r="r" b="b"/>
            <a:pathLst>
              <a:path w="8420" h="287" extrusionOk="0">
                <a:moveTo>
                  <a:pt x="167" y="0"/>
                </a:moveTo>
                <a:cubicBezTo>
                  <a:pt x="72" y="0"/>
                  <a:pt x="0" y="48"/>
                  <a:pt x="0" y="144"/>
                </a:cubicBezTo>
                <a:cubicBezTo>
                  <a:pt x="0" y="239"/>
                  <a:pt x="72" y="287"/>
                  <a:pt x="167" y="287"/>
                </a:cubicBezTo>
                <a:lnTo>
                  <a:pt x="8276" y="287"/>
                </a:lnTo>
                <a:cubicBezTo>
                  <a:pt x="8324" y="287"/>
                  <a:pt x="8419" y="239"/>
                  <a:pt x="8419" y="144"/>
                </a:cubicBezTo>
                <a:cubicBezTo>
                  <a:pt x="8419" y="48"/>
                  <a:pt x="8348" y="0"/>
                  <a:pt x="8276" y="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1"/>
          <p:cNvSpPr/>
          <p:nvPr/>
        </p:nvSpPr>
        <p:spPr>
          <a:xfrm>
            <a:off x="2583466" y="2374613"/>
            <a:ext cx="351079" cy="13002"/>
          </a:xfrm>
          <a:custGeom>
            <a:avLst/>
            <a:gdLst/>
            <a:ahLst/>
            <a:cxnLst/>
            <a:rect l="l" t="t" r="r" b="b"/>
            <a:pathLst>
              <a:path w="8397" h="311" extrusionOk="0">
                <a:moveTo>
                  <a:pt x="144" y="1"/>
                </a:moveTo>
                <a:cubicBezTo>
                  <a:pt x="49" y="1"/>
                  <a:pt x="1" y="72"/>
                  <a:pt x="1" y="168"/>
                </a:cubicBezTo>
                <a:cubicBezTo>
                  <a:pt x="1" y="239"/>
                  <a:pt x="49" y="311"/>
                  <a:pt x="144" y="311"/>
                </a:cubicBezTo>
                <a:lnTo>
                  <a:pt x="8253" y="311"/>
                </a:lnTo>
                <a:cubicBezTo>
                  <a:pt x="8348" y="311"/>
                  <a:pt x="8396" y="239"/>
                  <a:pt x="8396" y="168"/>
                </a:cubicBezTo>
                <a:cubicBezTo>
                  <a:pt x="8396" y="72"/>
                  <a:pt x="8348" y="1"/>
                  <a:pt x="8253"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1"/>
          <p:cNvSpPr/>
          <p:nvPr/>
        </p:nvSpPr>
        <p:spPr>
          <a:xfrm>
            <a:off x="2342183" y="2307806"/>
            <a:ext cx="352040" cy="11999"/>
          </a:xfrm>
          <a:custGeom>
            <a:avLst/>
            <a:gdLst/>
            <a:ahLst/>
            <a:cxnLst/>
            <a:rect l="l" t="t" r="r" b="b"/>
            <a:pathLst>
              <a:path w="8420" h="287" extrusionOk="0">
                <a:moveTo>
                  <a:pt x="167" y="1"/>
                </a:moveTo>
                <a:cubicBezTo>
                  <a:pt x="72" y="1"/>
                  <a:pt x="0" y="48"/>
                  <a:pt x="0" y="144"/>
                </a:cubicBezTo>
                <a:cubicBezTo>
                  <a:pt x="0" y="239"/>
                  <a:pt x="72" y="287"/>
                  <a:pt x="167" y="287"/>
                </a:cubicBezTo>
                <a:lnTo>
                  <a:pt x="8276" y="287"/>
                </a:lnTo>
                <a:cubicBezTo>
                  <a:pt x="8324" y="287"/>
                  <a:pt x="8419" y="239"/>
                  <a:pt x="8419" y="144"/>
                </a:cubicBezTo>
                <a:cubicBezTo>
                  <a:pt x="8419" y="48"/>
                  <a:pt x="8348" y="1"/>
                  <a:pt x="8276"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1"/>
          <p:cNvSpPr/>
          <p:nvPr/>
        </p:nvSpPr>
        <p:spPr>
          <a:xfrm>
            <a:off x="2788919" y="2307806"/>
            <a:ext cx="235348" cy="11999"/>
          </a:xfrm>
          <a:custGeom>
            <a:avLst/>
            <a:gdLst/>
            <a:ahLst/>
            <a:cxnLst/>
            <a:rect l="l" t="t" r="r" b="b"/>
            <a:pathLst>
              <a:path w="5629" h="287" extrusionOk="0">
                <a:moveTo>
                  <a:pt x="143" y="1"/>
                </a:moveTo>
                <a:cubicBezTo>
                  <a:pt x="48" y="1"/>
                  <a:pt x="0" y="48"/>
                  <a:pt x="0" y="144"/>
                </a:cubicBezTo>
                <a:cubicBezTo>
                  <a:pt x="0" y="239"/>
                  <a:pt x="48" y="287"/>
                  <a:pt x="143" y="287"/>
                </a:cubicBezTo>
                <a:lnTo>
                  <a:pt x="5486" y="287"/>
                </a:lnTo>
                <a:cubicBezTo>
                  <a:pt x="5533" y="287"/>
                  <a:pt x="5629" y="239"/>
                  <a:pt x="5629" y="144"/>
                </a:cubicBezTo>
                <a:cubicBezTo>
                  <a:pt x="5629" y="48"/>
                  <a:pt x="5581" y="1"/>
                  <a:pt x="5486"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1"/>
          <p:cNvSpPr/>
          <p:nvPr/>
        </p:nvSpPr>
        <p:spPr>
          <a:xfrm>
            <a:off x="2341179" y="2374613"/>
            <a:ext cx="149596" cy="13002"/>
          </a:xfrm>
          <a:custGeom>
            <a:avLst/>
            <a:gdLst/>
            <a:ahLst/>
            <a:cxnLst/>
            <a:rect l="l" t="t" r="r" b="b"/>
            <a:pathLst>
              <a:path w="3578" h="311" extrusionOk="0">
                <a:moveTo>
                  <a:pt x="143" y="1"/>
                </a:moveTo>
                <a:cubicBezTo>
                  <a:pt x="72" y="1"/>
                  <a:pt x="0" y="72"/>
                  <a:pt x="0" y="168"/>
                </a:cubicBezTo>
                <a:cubicBezTo>
                  <a:pt x="0" y="239"/>
                  <a:pt x="72" y="311"/>
                  <a:pt x="143" y="311"/>
                </a:cubicBezTo>
                <a:lnTo>
                  <a:pt x="3435" y="311"/>
                </a:lnTo>
                <a:cubicBezTo>
                  <a:pt x="3530" y="311"/>
                  <a:pt x="3578" y="239"/>
                  <a:pt x="3578" y="168"/>
                </a:cubicBezTo>
                <a:cubicBezTo>
                  <a:pt x="3578" y="72"/>
                  <a:pt x="3530" y="1"/>
                  <a:pt x="3435"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1"/>
          <p:cNvSpPr/>
          <p:nvPr/>
        </p:nvSpPr>
        <p:spPr>
          <a:xfrm>
            <a:off x="1832606" y="3393650"/>
            <a:ext cx="1609476" cy="691078"/>
          </a:xfrm>
          <a:custGeom>
            <a:avLst/>
            <a:gdLst/>
            <a:ahLst/>
            <a:cxnLst/>
            <a:rect l="l" t="t" r="r" b="b"/>
            <a:pathLst>
              <a:path w="38495" h="16530" extrusionOk="0">
                <a:moveTo>
                  <a:pt x="454" y="1"/>
                </a:moveTo>
                <a:cubicBezTo>
                  <a:pt x="215" y="1"/>
                  <a:pt x="24" y="168"/>
                  <a:pt x="24" y="406"/>
                </a:cubicBezTo>
                <a:lnTo>
                  <a:pt x="24" y="16124"/>
                </a:lnTo>
                <a:cubicBezTo>
                  <a:pt x="1" y="16338"/>
                  <a:pt x="215" y="16529"/>
                  <a:pt x="454" y="16529"/>
                </a:cubicBezTo>
                <a:lnTo>
                  <a:pt x="38066" y="16529"/>
                </a:lnTo>
                <a:cubicBezTo>
                  <a:pt x="38304" y="16529"/>
                  <a:pt x="38495" y="16362"/>
                  <a:pt x="38495" y="16124"/>
                </a:cubicBezTo>
                <a:lnTo>
                  <a:pt x="38495" y="406"/>
                </a:lnTo>
                <a:cubicBezTo>
                  <a:pt x="38495" y="168"/>
                  <a:pt x="38304" y="1"/>
                  <a:pt x="380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1"/>
          <p:cNvSpPr/>
          <p:nvPr/>
        </p:nvSpPr>
        <p:spPr>
          <a:xfrm>
            <a:off x="1880478" y="3459202"/>
            <a:ext cx="309143" cy="281741"/>
          </a:xfrm>
          <a:custGeom>
            <a:avLst/>
            <a:gdLst/>
            <a:ahLst/>
            <a:cxnLst/>
            <a:rect l="l" t="t" r="r" b="b"/>
            <a:pathLst>
              <a:path w="7394" h="6739" extrusionOk="0">
                <a:moveTo>
                  <a:pt x="3709" y="1"/>
                </a:moveTo>
                <a:cubicBezTo>
                  <a:pt x="2850" y="1"/>
                  <a:pt x="1992" y="329"/>
                  <a:pt x="1336" y="985"/>
                </a:cubicBezTo>
                <a:cubicBezTo>
                  <a:pt x="0" y="2320"/>
                  <a:pt x="0" y="4443"/>
                  <a:pt x="1336" y="5755"/>
                </a:cubicBezTo>
                <a:cubicBezTo>
                  <a:pt x="1992" y="6411"/>
                  <a:pt x="2850" y="6739"/>
                  <a:pt x="3709" y="6739"/>
                </a:cubicBezTo>
                <a:cubicBezTo>
                  <a:pt x="4568" y="6739"/>
                  <a:pt x="5426" y="6411"/>
                  <a:pt x="6082" y="5755"/>
                </a:cubicBezTo>
                <a:cubicBezTo>
                  <a:pt x="7394" y="4443"/>
                  <a:pt x="7394" y="2320"/>
                  <a:pt x="6082" y="985"/>
                </a:cubicBezTo>
                <a:cubicBezTo>
                  <a:pt x="5426" y="329"/>
                  <a:pt x="4568" y="1"/>
                  <a:pt x="37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1"/>
          <p:cNvSpPr/>
          <p:nvPr/>
        </p:nvSpPr>
        <p:spPr>
          <a:xfrm>
            <a:off x="2001141" y="3536252"/>
            <a:ext cx="71830" cy="72829"/>
          </a:xfrm>
          <a:custGeom>
            <a:avLst/>
            <a:gdLst/>
            <a:ahLst/>
            <a:cxnLst/>
            <a:rect l="l" t="t" r="r" b="b"/>
            <a:pathLst>
              <a:path w="1718" h="1742" extrusionOk="0">
                <a:moveTo>
                  <a:pt x="859" y="0"/>
                </a:moveTo>
                <a:cubicBezTo>
                  <a:pt x="382" y="0"/>
                  <a:pt x="0" y="406"/>
                  <a:pt x="0" y="883"/>
                </a:cubicBezTo>
                <a:cubicBezTo>
                  <a:pt x="0" y="1360"/>
                  <a:pt x="382" y="1741"/>
                  <a:pt x="859" y="1741"/>
                </a:cubicBezTo>
                <a:cubicBezTo>
                  <a:pt x="1336" y="1741"/>
                  <a:pt x="1717" y="1360"/>
                  <a:pt x="1717" y="883"/>
                </a:cubicBezTo>
                <a:cubicBezTo>
                  <a:pt x="1717" y="406"/>
                  <a:pt x="1336" y="0"/>
                  <a:pt x="8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1"/>
          <p:cNvSpPr/>
          <p:nvPr/>
        </p:nvSpPr>
        <p:spPr>
          <a:xfrm>
            <a:off x="1975219" y="3611044"/>
            <a:ext cx="124677" cy="63840"/>
          </a:xfrm>
          <a:custGeom>
            <a:avLst/>
            <a:gdLst/>
            <a:ahLst/>
            <a:cxnLst/>
            <a:rect l="l" t="t" r="r" b="b"/>
            <a:pathLst>
              <a:path w="2982" h="1527" extrusionOk="0">
                <a:moveTo>
                  <a:pt x="1073" y="0"/>
                </a:moveTo>
                <a:cubicBezTo>
                  <a:pt x="501" y="0"/>
                  <a:pt x="24" y="477"/>
                  <a:pt x="24" y="1050"/>
                </a:cubicBezTo>
                <a:lnTo>
                  <a:pt x="24" y="1193"/>
                </a:lnTo>
                <a:cubicBezTo>
                  <a:pt x="0" y="1383"/>
                  <a:pt x="143" y="1527"/>
                  <a:pt x="310" y="1527"/>
                </a:cubicBezTo>
                <a:lnTo>
                  <a:pt x="2648" y="1527"/>
                </a:lnTo>
                <a:cubicBezTo>
                  <a:pt x="2814" y="1527"/>
                  <a:pt x="2981" y="1383"/>
                  <a:pt x="2981" y="1193"/>
                </a:cubicBezTo>
                <a:cubicBezTo>
                  <a:pt x="2981" y="549"/>
                  <a:pt x="2433" y="0"/>
                  <a:pt x="17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1"/>
          <p:cNvSpPr/>
          <p:nvPr/>
        </p:nvSpPr>
        <p:spPr>
          <a:xfrm>
            <a:off x="2317222" y="3526260"/>
            <a:ext cx="352040" cy="13002"/>
          </a:xfrm>
          <a:custGeom>
            <a:avLst/>
            <a:gdLst/>
            <a:ahLst/>
            <a:cxnLst/>
            <a:rect l="l" t="t" r="r" b="b"/>
            <a:pathLst>
              <a:path w="8420" h="311" extrusionOk="0">
                <a:moveTo>
                  <a:pt x="168" y="1"/>
                </a:moveTo>
                <a:cubicBezTo>
                  <a:pt x="72" y="1"/>
                  <a:pt x="1" y="72"/>
                  <a:pt x="1" y="168"/>
                </a:cubicBezTo>
                <a:cubicBezTo>
                  <a:pt x="1" y="239"/>
                  <a:pt x="72" y="311"/>
                  <a:pt x="168" y="311"/>
                </a:cubicBezTo>
                <a:lnTo>
                  <a:pt x="8277" y="311"/>
                </a:lnTo>
                <a:cubicBezTo>
                  <a:pt x="8348" y="311"/>
                  <a:pt x="8420" y="239"/>
                  <a:pt x="8420" y="168"/>
                </a:cubicBezTo>
                <a:cubicBezTo>
                  <a:pt x="8420" y="72"/>
                  <a:pt x="8348" y="1"/>
                  <a:pt x="8277"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1"/>
          <p:cNvSpPr/>
          <p:nvPr/>
        </p:nvSpPr>
        <p:spPr>
          <a:xfrm>
            <a:off x="2559551" y="3743655"/>
            <a:ext cx="351037" cy="11999"/>
          </a:xfrm>
          <a:custGeom>
            <a:avLst/>
            <a:gdLst/>
            <a:ahLst/>
            <a:cxnLst/>
            <a:rect l="l" t="t" r="r" b="b"/>
            <a:pathLst>
              <a:path w="8396" h="287" extrusionOk="0">
                <a:moveTo>
                  <a:pt x="144" y="0"/>
                </a:moveTo>
                <a:cubicBezTo>
                  <a:pt x="48" y="0"/>
                  <a:pt x="0" y="48"/>
                  <a:pt x="0" y="143"/>
                </a:cubicBezTo>
                <a:cubicBezTo>
                  <a:pt x="0" y="239"/>
                  <a:pt x="48" y="286"/>
                  <a:pt x="144" y="286"/>
                </a:cubicBezTo>
                <a:lnTo>
                  <a:pt x="8253" y="286"/>
                </a:lnTo>
                <a:cubicBezTo>
                  <a:pt x="8348" y="286"/>
                  <a:pt x="8396" y="239"/>
                  <a:pt x="8396" y="143"/>
                </a:cubicBezTo>
                <a:cubicBezTo>
                  <a:pt x="8396" y="48"/>
                  <a:pt x="8348" y="0"/>
                  <a:pt x="8253" y="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1"/>
          <p:cNvSpPr/>
          <p:nvPr/>
        </p:nvSpPr>
        <p:spPr>
          <a:xfrm>
            <a:off x="2317222" y="3652893"/>
            <a:ext cx="352040" cy="12041"/>
          </a:xfrm>
          <a:custGeom>
            <a:avLst/>
            <a:gdLst/>
            <a:ahLst/>
            <a:cxnLst/>
            <a:rect l="l" t="t" r="r" b="b"/>
            <a:pathLst>
              <a:path w="8420" h="288" extrusionOk="0">
                <a:moveTo>
                  <a:pt x="168" y="1"/>
                </a:moveTo>
                <a:cubicBezTo>
                  <a:pt x="72" y="1"/>
                  <a:pt x="1" y="49"/>
                  <a:pt x="1" y="144"/>
                </a:cubicBezTo>
                <a:cubicBezTo>
                  <a:pt x="1" y="239"/>
                  <a:pt x="72" y="287"/>
                  <a:pt x="168" y="287"/>
                </a:cubicBezTo>
                <a:lnTo>
                  <a:pt x="8277" y="287"/>
                </a:lnTo>
                <a:cubicBezTo>
                  <a:pt x="8348" y="287"/>
                  <a:pt x="8420" y="192"/>
                  <a:pt x="8420" y="144"/>
                </a:cubicBezTo>
                <a:cubicBezTo>
                  <a:pt x="8420" y="49"/>
                  <a:pt x="8348" y="1"/>
                  <a:pt x="8277"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1"/>
          <p:cNvSpPr/>
          <p:nvPr/>
        </p:nvSpPr>
        <p:spPr>
          <a:xfrm>
            <a:off x="2763959" y="3652893"/>
            <a:ext cx="235390" cy="12041"/>
          </a:xfrm>
          <a:custGeom>
            <a:avLst/>
            <a:gdLst/>
            <a:ahLst/>
            <a:cxnLst/>
            <a:rect l="l" t="t" r="r" b="b"/>
            <a:pathLst>
              <a:path w="5630" h="288" extrusionOk="0">
                <a:moveTo>
                  <a:pt x="144" y="1"/>
                </a:moveTo>
                <a:cubicBezTo>
                  <a:pt x="48" y="1"/>
                  <a:pt x="1" y="49"/>
                  <a:pt x="1" y="144"/>
                </a:cubicBezTo>
                <a:cubicBezTo>
                  <a:pt x="1" y="239"/>
                  <a:pt x="48" y="287"/>
                  <a:pt x="144" y="287"/>
                </a:cubicBezTo>
                <a:lnTo>
                  <a:pt x="5486" y="287"/>
                </a:lnTo>
                <a:cubicBezTo>
                  <a:pt x="5582" y="287"/>
                  <a:pt x="5629" y="192"/>
                  <a:pt x="5629" y="144"/>
                </a:cubicBezTo>
                <a:cubicBezTo>
                  <a:pt x="5629" y="49"/>
                  <a:pt x="5582" y="1"/>
                  <a:pt x="5486" y="1"/>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1"/>
          <p:cNvSpPr/>
          <p:nvPr/>
        </p:nvSpPr>
        <p:spPr>
          <a:xfrm>
            <a:off x="2317222" y="3842360"/>
            <a:ext cx="352040" cy="11999"/>
          </a:xfrm>
          <a:custGeom>
            <a:avLst/>
            <a:gdLst/>
            <a:ahLst/>
            <a:cxnLst/>
            <a:rect l="l" t="t" r="r" b="b"/>
            <a:pathLst>
              <a:path w="8420" h="287" extrusionOk="0">
                <a:moveTo>
                  <a:pt x="168" y="0"/>
                </a:moveTo>
                <a:cubicBezTo>
                  <a:pt x="72" y="0"/>
                  <a:pt x="1" y="48"/>
                  <a:pt x="1" y="144"/>
                </a:cubicBezTo>
                <a:cubicBezTo>
                  <a:pt x="1" y="239"/>
                  <a:pt x="72" y="287"/>
                  <a:pt x="168" y="287"/>
                </a:cubicBezTo>
                <a:lnTo>
                  <a:pt x="8277" y="287"/>
                </a:lnTo>
                <a:cubicBezTo>
                  <a:pt x="8348" y="287"/>
                  <a:pt x="8420" y="239"/>
                  <a:pt x="8420" y="144"/>
                </a:cubicBezTo>
                <a:cubicBezTo>
                  <a:pt x="8420" y="48"/>
                  <a:pt x="8348" y="0"/>
                  <a:pt x="8277" y="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1"/>
          <p:cNvSpPr/>
          <p:nvPr/>
        </p:nvSpPr>
        <p:spPr>
          <a:xfrm>
            <a:off x="2763959" y="3842360"/>
            <a:ext cx="235390" cy="11999"/>
          </a:xfrm>
          <a:custGeom>
            <a:avLst/>
            <a:gdLst/>
            <a:ahLst/>
            <a:cxnLst/>
            <a:rect l="l" t="t" r="r" b="b"/>
            <a:pathLst>
              <a:path w="5630" h="287" extrusionOk="0">
                <a:moveTo>
                  <a:pt x="144" y="0"/>
                </a:moveTo>
                <a:cubicBezTo>
                  <a:pt x="48" y="0"/>
                  <a:pt x="1" y="48"/>
                  <a:pt x="1" y="144"/>
                </a:cubicBezTo>
                <a:cubicBezTo>
                  <a:pt x="1" y="239"/>
                  <a:pt x="48" y="287"/>
                  <a:pt x="144" y="287"/>
                </a:cubicBezTo>
                <a:lnTo>
                  <a:pt x="5486" y="287"/>
                </a:lnTo>
                <a:cubicBezTo>
                  <a:pt x="5582" y="287"/>
                  <a:pt x="5629" y="239"/>
                  <a:pt x="5629" y="144"/>
                </a:cubicBezTo>
                <a:cubicBezTo>
                  <a:pt x="5629" y="48"/>
                  <a:pt x="5582" y="0"/>
                  <a:pt x="5486" y="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1"/>
          <p:cNvSpPr/>
          <p:nvPr/>
        </p:nvSpPr>
        <p:spPr>
          <a:xfrm>
            <a:off x="2316219" y="3742651"/>
            <a:ext cx="149638" cy="11999"/>
          </a:xfrm>
          <a:custGeom>
            <a:avLst/>
            <a:gdLst/>
            <a:ahLst/>
            <a:cxnLst/>
            <a:rect l="l" t="t" r="r" b="b"/>
            <a:pathLst>
              <a:path w="3579" h="287" extrusionOk="0">
                <a:moveTo>
                  <a:pt x="144" y="0"/>
                </a:moveTo>
                <a:cubicBezTo>
                  <a:pt x="72" y="0"/>
                  <a:pt x="1" y="48"/>
                  <a:pt x="1" y="144"/>
                </a:cubicBezTo>
                <a:cubicBezTo>
                  <a:pt x="1" y="239"/>
                  <a:pt x="72" y="287"/>
                  <a:pt x="144" y="287"/>
                </a:cubicBezTo>
                <a:lnTo>
                  <a:pt x="3435" y="287"/>
                </a:lnTo>
                <a:cubicBezTo>
                  <a:pt x="3531" y="287"/>
                  <a:pt x="3579" y="191"/>
                  <a:pt x="3579" y="144"/>
                </a:cubicBezTo>
                <a:cubicBezTo>
                  <a:pt x="3579" y="48"/>
                  <a:pt x="3531" y="0"/>
                  <a:pt x="3435" y="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1"/>
          <p:cNvSpPr/>
          <p:nvPr/>
        </p:nvSpPr>
        <p:spPr>
          <a:xfrm>
            <a:off x="1832606" y="858998"/>
            <a:ext cx="1609476" cy="1130809"/>
          </a:xfrm>
          <a:custGeom>
            <a:avLst/>
            <a:gdLst/>
            <a:ahLst/>
            <a:cxnLst/>
            <a:rect l="l" t="t" r="r" b="b"/>
            <a:pathLst>
              <a:path w="38495" h="27048" extrusionOk="0">
                <a:moveTo>
                  <a:pt x="454" y="1"/>
                </a:moveTo>
                <a:cubicBezTo>
                  <a:pt x="215" y="1"/>
                  <a:pt x="24" y="192"/>
                  <a:pt x="24" y="430"/>
                </a:cubicBezTo>
                <a:lnTo>
                  <a:pt x="24" y="26642"/>
                </a:lnTo>
                <a:cubicBezTo>
                  <a:pt x="1" y="26880"/>
                  <a:pt x="215" y="27047"/>
                  <a:pt x="454" y="27047"/>
                </a:cubicBezTo>
                <a:lnTo>
                  <a:pt x="38066" y="27047"/>
                </a:lnTo>
                <a:cubicBezTo>
                  <a:pt x="38304" y="27047"/>
                  <a:pt x="38495" y="26880"/>
                  <a:pt x="38495" y="26642"/>
                </a:cubicBezTo>
                <a:lnTo>
                  <a:pt x="38495" y="430"/>
                </a:lnTo>
                <a:cubicBezTo>
                  <a:pt x="38495" y="192"/>
                  <a:pt x="38304" y="1"/>
                  <a:pt x="380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1"/>
          <p:cNvSpPr/>
          <p:nvPr/>
        </p:nvSpPr>
        <p:spPr>
          <a:xfrm>
            <a:off x="2261406" y="970705"/>
            <a:ext cx="352040" cy="11999"/>
          </a:xfrm>
          <a:custGeom>
            <a:avLst/>
            <a:gdLst/>
            <a:ahLst/>
            <a:cxnLst/>
            <a:rect l="l" t="t" r="r" b="b"/>
            <a:pathLst>
              <a:path w="8420" h="287" extrusionOk="0">
                <a:moveTo>
                  <a:pt x="143" y="0"/>
                </a:moveTo>
                <a:cubicBezTo>
                  <a:pt x="72" y="0"/>
                  <a:pt x="0" y="48"/>
                  <a:pt x="0" y="143"/>
                </a:cubicBezTo>
                <a:cubicBezTo>
                  <a:pt x="0" y="239"/>
                  <a:pt x="72" y="286"/>
                  <a:pt x="143" y="286"/>
                </a:cubicBezTo>
                <a:lnTo>
                  <a:pt x="8252" y="286"/>
                </a:lnTo>
                <a:cubicBezTo>
                  <a:pt x="8348" y="286"/>
                  <a:pt x="8419" y="239"/>
                  <a:pt x="8419" y="143"/>
                </a:cubicBezTo>
                <a:cubicBezTo>
                  <a:pt x="8419" y="48"/>
                  <a:pt x="8348" y="0"/>
                  <a:pt x="8252" y="0"/>
                </a:cubicBezTo>
                <a:close/>
              </a:path>
            </a:pathLst>
          </a:cu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1"/>
          <p:cNvSpPr/>
          <p:nvPr/>
        </p:nvSpPr>
        <p:spPr>
          <a:xfrm>
            <a:off x="2245435" y="1101309"/>
            <a:ext cx="1067033" cy="668126"/>
          </a:xfrm>
          <a:custGeom>
            <a:avLst/>
            <a:gdLst/>
            <a:ahLst/>
            <a:cxnLst/>
            <a:rect l="l" t="t" r="r" b="b"/>
            <a:pathLst>
              <a:path w="25521" h="15981" extrusionOk="0">
                <a:moveTo>
                  <a:pt x="1" y="1"/>
                </a:moveTo>
                <a:lnTo>
                  <a:pt x="1" y="15980"/>
                </a:lnTo>
                <a:lnTo>
                  <a:pt x="25520" y="15980"/>
                </a:lnTo>
                <a:lnTo>
                  <a:pt x="255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1"/>
          <p:cNvSpPr/>
          <p:nvPr/>
        </p:nvSpPr>
        <p:spPr>
          <a:xfrm>
            <a:off x="2296276" y="1380494"/>
            <a:ext cx="967316" cy="300178"/>
          </a:xfrm>
          <a:custGeom>
            <a:avLst/>
            <a:gdLst/>
            <a:ahLst/>
            <a:cxnLst/>
            <a:rect l="l" t="t" r="r" b="b"/>
            <a:pathLst>
              <a:path w="23136" h="7180" extrusionOk="0">
                <a:moveTo>
                  <a:pt x="17483" y="1"/>
                </a:moveTo>
                <a:cubicBezTo>
                  <a:pt x="17245" y="1"/>
                  <a:pt x="17030" y="96"/>
                  <a:pt x="16887" y="239"/>
                </a:cubicBezTo>
                <a:lnTo>
                  <a:pt x="11950" y="5343"/>
                </a:lnTo>
                <a:cubicBezTo>
                  <a:pt x="11801" y="5505"/>
                  <a:pt x="11600" y="5582"/>
                  <a:pt x="11395" y="5582"/>
                </a:cubicBezTo>
                <a:cubicBezTo>
                  <a:pt x="11206" y="5582"/>
                  <a:pt x="11013" y="5517"/>
                  <a:pt x="10853" y="5391"/>
                </a:cubicBezTo>
                <a:lnTo>
                  <a:pt x="7037" y="2028"/>
                </a:lnTo>
                <a:cubicBezTo>
                  <a:pt x="6846" y="1861"/>
                  <a:pt x="6607" y="1778"/>
                  <a:pt x="6369" y="1778"/>
                </a:cubicBezTo>
                <a:cubicBezTo>
                  <a:pt x="6130" y="1778"/>
                  <a:pt x="5892" y="1861"/>
                  <a:pt x="5701" y="2028"/>
                </a:cubicBezTo>
                <a:lnTo>
                  <a:pt x="72" y="6917"/>
                </a:lnTo>
                <a:cubicBezTo>
                  <a:pt x="1" y="6965"/>
                  <a:pt x="1" y="7060"/>
                  <a:pt x="72" y="7132"/>
                </a:cubicBezTo>
                <a:cubicBezTo>
                  <a:pt x="96" y="7156"/>
                  <a:pt x="144" y="7180"/>
                  <a:pt x="192" y="7180"/>
                </a:cubicBezTo>
                <a:cubicBezTo>
                  <a:pt x="239" y="7180"/>
                  <a:pt x="263" y="7180"/>
                  <a:pt x="263" y="7156"/>
                </a:cubicBezTo>
                <a:lnTo>
                  <a:pt x="5916" y="2266"/>
                </a:lnTo>
                <a:cubicBezTo>
                  <a:pt x="6047" y="2147"/>
                  <a:pt x="6214" y="2088"/>
                  <a:pt x="6384" y="2088"/>
                </a:cubicBezTo>
                <a:cubicBezTo>
                  <a:pt x="6554" y="2088"/>
                  <a:pt x="6727" y="2147"/>
                  <a:pt x="6870" y="2266"/>
                </a:cubicBezTo>
                <a:lnTo>
                  <a:pt x="10686" y="5629"/>
                </a:lnTo>
                <a:cubicBezTo>
                  <a:pt x="10891" y="5812"/>
                  <a:pt x="11150" y="5901"/>
                  <a:pt x="11409" y="5901"/>
                </a:cubicBezTo>
                <a:cubicBezTo>
                  <a:pt x="11693" y="5901"/>
                  <a:pt x="11977" y="5794"/>
                  <a:pt x="12188" y="5582"/>
                </a:cubicBezTo>
                <a:lnTo>
                  <a:pt x="17125" y="478"/>
                </a:lnTo>
                <a:cubicBezTo>
                  <a:pt x="17197" y="382"/>
                  <a:pt x="17364" y="335"/>
                  <a:pt x="17483" y="335"/>
                </a:cubicBezTo>
                <a:cubicBezTo>
                  <a:pt x="17626" y="335"/>
                  <a:pt x="17746" y="382"/>
                  <a:pt x="17841" y="478"/>
                </a:cubicBezTo>
                <a:lnTo>
                  <a:pt x="22873" y="6011"/>
                </a:lnTo>
                <a:cubicBezTo>
                  <a:pt x="22897" y="6047"/>
                  <a:pt x="22933" y="6065"/>
                  <a:pt x="22969" y="6065"/>
                </a:cubicBezTo>
                <a:cubicBezTo>
                  <a:pt x="23005" y="6065"/>
                  <a:pt x="23040" y="6047"/>
                  <a:pt x="23064" y="6011"/>
                </a:cubicBezTo>
                <a:cubicBezTo>
                  <a:pt x="23136" y="5963"/>
                  <a:pt x="23136" y="5868"/>
                  <a:pt x="23064" y="5820"/>
                </a:cubicBezTo>
                <a:lnTo>
                  <a:pt x="18032" y="263"/>
                </a:lnTo>
                <a:cubicBezTo>
                  <a:pt x="17889" y="96"/>
                  <a:pt x="17674" y="1"/>
                  <a:pt x="17483" y="1"/>
                </a:cubicBezTo>
                <a:close/>
              </a:path>
            </a:pathLst>
          </a:custGeom>
          <a:solidFill>
            <a:srgbClr val="FFFFFF"/>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1"/>
          <p:cNvSpPr/>
          <p:nvPr/>
        </p:nvSpPr>
        <p:spPr>
          <a:xfrm>
            <a:off x="2778927" y="1183083"/>
            <a:ext cx="168578" cy="167564"/>
          </a:xfrm>
          <a:custGeom>
            <a:avLst/>
            <a:gdLst/>
            <a:ahLst/>
            <a:cxnLst/>
            <a:rect l="l" t="t" r="r" b="b"/>
            <a:pathLst>
              <a:path w="4032" h="4008" extrusionOk="0">
                <a:moveTo>
                  <a:pt x="2004" y="287"/>
                </a:moveTo>
                <a:cubicBezTo>
                  <a:pt x="2958" y="287"/>
                  <a:pt x="3721" y="1050"/>
                  <a:pt x="3697" y="1980"/>
                </a:cubicBezTo>
                <a:cubicBezTo>
                  <a:pt x="3697" y="2886"/>
                  <a:pt x="2958" y="3673"/>
                  <a:pt x="2004" y="3673"/>
                </a:cubicBezTo>
                <a:cubicBezTo>
                  <a:pt x="1074" y="3673"/>
                  <a:pt x="287" y="2934"/>
                  <a:pt x="287" y="1980"/>
                </a:cubicBezTo>
                <a:cubicBezTo>
                  <a:pt x="287" y="1050"/>
                  <a:pt x="1050" y="287"/>
                  <a:pt x="2004" y="287"/>
                </a:cubicBezTo>
                <a:close/>
                <a:moveTo>
                  <a:pt x="2004" y="0"/>
                </a:moveTo>
                <a:cubicBezTo>
                  <a:pt x="883" y="0"/>
                  <a:pt x="1" y="907"/>
                  <a:pt x="1" y="2004"/>
                </a:cubicBezTo>
                <a:cubicBezTo>
                  <a:pt x="1" y="3101"/>
                  <a:pt x="883" y="4007"/>
                  <a:pt x="2004" y="4007"/>
                </a:cubicBezTo>
                <a:cubicBezTo>
                  <a:pt x="3125" y="4007"/>
                  <a:pt x="4031" y="3077"/>
                  <a:pt x="3984" y="2004"/>
                </a:cubicBezTo>
                <a:cubicBezTo>
                  <a:pt x="3984" y="907"/>
                  <a:pt x="3101" y="0"/>
                  <a:pt x="2004" y="0"/>
                </a:cubicBezTo>
                <a:close/>
              </a:path>
            </a:pathLst>
          </a:custGeom>
          <a:solidFill>
            <a:srgbClr val="FFFFFF"/>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1"/>
          <p:cNvSpPr/>
          <p:nvPr/>
        </p:nvSpPr>
        <p:spPr>
          <a:xfrm>
            <a:off x="1889426" y="922837"/>
            <a:ext cx="314160" cy="314142"/>
          </a:xfrm>
          <a:custGeom>
            <a:avLst/>
            <a:gdLst/>
            <a:ahLst/>
            <a:cxnLst/>
            <a:rect l="l" t="t" r="r" b="b"/>
            <a:pathLst>
              <a:path w="7514" h="7514" extrusionOk="0">
                <a:moveTo>
                  <a:pt x="3769" y="0"/>
                </a:moveTo>
                <a:cubicBezTo>
                  <a:pt x="1694" y="0"/>
                  <a:pt x="1" y="1694"/>
                  <a:pt x="1" y="3769"/>
                </a:cubicBezTo>
                <a:cubicBezTo>
                  <a:pt x="1" y="5820"/>
                  <a:pt x="1694" y="7513"/>
                  <a:pt x="3769" y="7513"/>
                </a:cubicBezTo>
                <a:cubicBezTo>
                  <a:pt x="5844" y="7513"/>
                  <a:pt x="7514" y="5820"/>
                  <a:pt x="7514" y="3769"/>
                </a:cubicBezTo>
                <a:cubicBezTo>
                  <a:pt x="7514" y="1694"/>
                  <a:pt x="5844" y="0"/>
                  <a:pt x="3769"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1"/>
          <p:cNvSpPr/>
          <p:nvPr/>
        </p:nvSpPr>
        <p:spPr>
          <a:xfrm>
            <a:off x="1964223" y="999594"/>
            <a:ext cx="173553" cy="174546"/>
          </a:xfrm>
          <a:custGeom>
            <a:avLst/>
            <a:gdLst/>
            <a:ahLst/>
            <a:cxnLst/>
            <a:rect l="l" t="t" r="r" b="b"/>
            <a:pathLst>
              <a:path w="4151" h="4175" extrusionOk="0">
                <a:moveTo>
                  <a:pt x="3340" y="215"/>
                </a:moveTo>
                <a:cubicBezTo>
                  <a:pt x="3411" y="215"/>
                  <a:pt x="3435" y="239"/>
                  <a:pt x="3435" y="287"/>
                </a:cubicBezTo>
                <a:lnTo>
                  <a:pt x="3912" y="3865"/>
                </a:lnTo>
                <a:cubicBezTo>
                  <a:pt x="3912" y="3888"/>
                  <a:pt x="3888" y="3912"/>
                  <a:pt x="3888" y="3912"/>
                </a:cubicBezTo>
                <a:cubicBezTo>
                  <a:pt x="3888" y="3912"/>
                  <a:pt x="3865" y="3936"/>
                  <a:pt x="3817" y="3936"/>
                </a:cubicBezTo>
                <a:lnTo>
                  <a:pt x="311" y="3936"/>
                </a:lnTo>
                <a:cubicBezTo>
                  <a:pt x="287" y="3936"/>
                  <a:pt x="239" y="3912"/>
                  <a:pt x="239" y="3912"/>
                </a:cubicBezTo>
                <a:cubicBezTo>
                  <a:pt x="215" y="3912"/>
                  <a:pt x="215" y="3888"/>
                  <a:pt x="215" y="3865"/>
                </a:cubicBezTo>
                <a:lnTo>
                  <a:pt x="692" y="287"/>
                </a:lnTo>
                <a:cubicBezTo>
                  <a:pt x="740" y="263"/>
                  <a:pt x="764" y="215"/>
                  <a:pt x="788" y="215"/>
                </a:cubicBezTo>
                <a:close/>
                <a:moveTo>
                  <a:pt x="812" y="1"/>
                </a:moveTo>
                <a:cubicBezTo>
                  <a:pt x="669" y="1"/>
                  <a:pt x="549" y="120"/>
                  <a:pt x="525" y="287"/>
                </a:cubicBezTo>
                <a:lnTo>
                  <a:pt x="48" y="3865"/>
                </a:lnTo>
                <a:cubicBezTo>
                  <a:pt x="1" y="3936"/>
                  <a:pt x="48" y="4032"/>
                  <a:pt x="96" y="4103"/>
                </a:cubicBezTo>
                <a:cubicBezTo>
                  <a:pt x="168" y="4151"/>
                  <a:pt x="239" y="4175"/>
                  <a:pt x="335" y="4175"/>
                </a:cubicBezTo>
                <a:lnTo>
                  <a:pt x="3865" y="4175"/>
                </a:lnTo>
                <a:cubicBezTo>
                  <a:pt x="3912" y="4175"/>
                  <a:pt x="4008" y="4151"/>
                  <a:pt x="4103" y="4103"/>
                </a:cubicBezTo>
                <a:cubicBezTo>
                  <a:pt x="4151" y="4032"/>
                  <a:pt x="4151" y="3936"/>
                  <a:pt x="4151" y="3865"/>
                </a:cubicBezTo>
                <a:lnTo>
                  <a:pt x="3674" y="287"/>
                </a:lnTo>
                <a:cubicBezTo>
                  <a:pt x="3650" y="120"/>
                  <a:pt x="3531" y="1"/>
                  <a:pt x="3388" y="1"/>
                </a:cubicBezTo>
                <a:close/>
              </a:path>
            </a:pathLst>
          </a:custGeom>
          <a:solidFill>
            <a:srgbClr val="FFFFFF"/>
          </a:solidFill>
          <a:ln w="9525" cap="flat" cmpd="sng">
            <a:solidFill>
              <a:srgbClr val="F2F2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1"/>
          <p:cNvSpPr/>
          <p:nvPr/>
        </p:nvSpPr>
        <p:spPr>
          <a:xfrm>
            <a:off x="2011092" y="960714"/>
            <a:ext cx="81822" cy="82821"/>
          </a:xfrm>
          <a:custGeom>
            <a:avLst/>
            <a:gdLst/>
            <a:ahLst/>
            <a:cxnLst/>
            <a:rect l="l" t="t" r="r" b="b"/>
            <a:pathLst>
              <a:path w="1957" h="1981" extrusionOk="0">
                <a:moveTo>
                  <a:pt x="692" y="1"/>
                </a:moveTo>
                <a:cubicBezTo>
                  <a:pt x="287" y="1"/>
                  <a:pt x="1" y="287"/>
                  <a:pt x="1" y="668"/>
                </a:cubicBezTo>
                <a:lnTo>
                  <a:pt x="1" y="1861"/>
                </a:lnTo>
                <a:cubicBezTo>
                  <a:pt x="1" y="1933"/>
                  <a:pt x="48" y="1980"/>
                  <a:pt x="120" y="1980"/>
                </a:cubicBezTo>
                <a:cubicBezTo>
                  <a:pt x="168" y="1980"/>
                  <a:pt x="239" y="1933"/>
                  <a:pt x="239" y="1861"/>
                </a:cubicBezTo>
                <a:lnTo>
                  <a:pt x="239" y="668"/>
                </a:lnTo>
                <a:cubicBezTo>
                  <a:pt x="239" y="406"/>
                  <a:pt x="406" y="191"/>
                  <a:pt x="692" y="191"/>
                </a:cubicBezTo>
                <a:lnTo>
                  <a:pt x="1408" y="191"/>
                </a:lnTo>
                <a:cubicBezTo>
                  <a:pt x="1575" y="191"/>
                  <a:pt x="1718" y="358"/>
                  <a:pt x="1718" y="525"/>
                </a:cubicBezTo>
                <a:lnTo>
                  <a:pt x="1718" y="1837"/>
                </a:lnTo>
                <a:cubicBezTo>
                  <a:pt x="1718" y="1909"/>
                  <a:pt x="1790" y="1956"/>
                  <a:pt x="1837" y="1956"/>
                </a:cubicBezTo>
                <a:cubicBezTo>
                  <a:pt x="1909" y="1956"/>
                  <a:pt x="1956" y="1909"/>
                  <a:pt x="1956" y="1861"/>
                </a:cubicBezTo>
                <a:lnTo>
                  <a:pt x="1956" y="549"/>
                </a:lnTo>
                <a:cubicBezTo>
                  <a:pt x="1956" y="239"/>
                  <a:pt x="1694" y="1"/>
                  <a:pt x="1408" y="1"/>
                </a:cubicBezTo>
                <a:close/>
              </a:path>
            </a:pathLst>
          </a:custGeom>
          <a:solidFill>
            <a:srgbClr val="FFFFFF"/>
          </a:solidFill>
          <a:ln w="9525" cap="flat" cmpd="sng">
            <a:solidFill>
              <a:srgbClr val="F2F2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1"/>
          <p:cNvSpPr/>
          <p:nvPr/>
        </p:nvSpPr>
        <p:spPr>
          <a:xfrm>
            <a:off x="2010088" y="1057454"/>
            <a:ext cx="82826" cy="9992"/>
          </a:xfrm>
          <a:custGeom>
            <a:avLst/>
            <a:gdLst/>
            <a:ahLst/>
            <a:cxnLst/>
            <a:rect l="l" t="t" r="r" b="b"/>
            <a:pathLst>
              <a:path w="1981" h="239" extrusionOk="0">
                <a:moveTo>
                  <a:pt x="120" y="0"/>
                </a:moveTo>
                <a:cubicBezTo>
                  <a:pt x="49" y="0"/>
                  <a:pt x="1" y="72"/>
                  <a:pt x="1" y="119"/>
                </a:cubicBezTo>
                <a:cubicBezTo>
                  <a:pt x="1" y="191"/>
                  <a:pt x="49" y="239"/>
                  <a:pt x="120" y="239"/>
                </a:cubicBezTo>
                <a:lnTo>
                  <a:pt x="1861" y="239"/>
                </a:lnTo>
                <a:cubicBezTo>
                  <a:pt x="1933" y="239"/>
                  <a:pt x="1980" y="191"/>
                  <a:pt x="1980" y="119"/>
                </a:cubicBezTo>
                <a:cubicBezTo>
                  <a:pt x="1980" y="72"/>
                  <a:pt x="1933" y="0"/>
                  <a:pt x="1861" y="0"/>
                </a:cubicBezTo>
                <a:close/>
              </a:path>
            </a:pathLst>
          </a:custGeom>
          <a:solidFill>
            <a:srgbClr val="FFFFFF"/>
          </a:solidFill>
          <a:ln w="9525" cap="flat" cmpd="sng">
            <a:solidFill>
              <a:srgbClr val="F2F2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1"/>
          <p:cNvSpPr/>
          <p:nvPr/>
        </p:nvSpPr>
        <p:spPr>
          <a:xfrm>
            <a:off x="3262539" y="3982956"/>
            <a:ext cx="111758" cy="111710"/>
          </a:xfrm>
          <a:custGeom>
            <a:avLst/>
            <a:gdLst/>
            <a:ahLst/>
            <a:cxnLst/>
            <a:rect l="l" t="t" r="r" b="b"/>
            <a:pathLst>
              <a:path w="2673" h="2672" extrusionOk="0">
                <a:moveTo>
                  <a:pt x="1337" y="287"/>
                </a:moveTo>
                <a:cubicBezTo>
                  <a:pt x="1933" y="287"/>
                  <a:pt x="2386" y="764"/>
                  <a:pt x="2386" y="1336"/>
                </a:cubicBezTo>
                <a:cubicBezTo>
                  <a:pt x="2386" y="1908"/>
                  <a:pt x="1909" y="2385"/>
                  <a:pt x="1337" y="2385"/>
                </a:cubicBezTo>
                <a:cubicBezTo>
                  <a:pt x="764" y="2385"/>
                  <a:pt x="287" y="1908"/>
                  <a:pt x="287" y="1336"/>
                </a:cubicBezTo>
                <a:cubicBezTo>
                  <a:pt x="287" y="764"/>
                  <a:pt x="764" y="287"/>
                  <a:pt x="1337" y="287"/>
                </a:cubicBezTo>
                <a:close/>
                <a:moveTo>
                  <a:pt x="1337" y="0"/>
                </a:moveTo>
                <a:cubicBezTo>
                  <a:pt x="597" y="0"/>
                  <a:pt x="1" y="597"/>
                  <a:pt x="1" y="1336"/>
                </a:cubicBezTo>
                <a:cubicBezTo>
                  <a:pt x="1" y="2075"/>
                  <a:pt x="597" y="2672"/>
                  <a:pt x="1337" y="2672"/>
                </a:cubicBezTo>
                <a:cubicBezTo>
                  <a:pt x="2076" y="2672"/>
                  <a:pt x="2672" y="2075"/>
                  <a:pt x="2672" y="1336"/>
                </a:cubicBezTo>
                <a:cubicBezTo>
                  <a:pt x="2672" y="597"/>
                  <a:pt x="2076" y="0"/>
                  <a:pt x="13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7" name="Google Shape;927;p41"/>
          <p:cNvGrpSpPr/>
          <p:nvPr/>
        </p:nvGrpSpPr>
        <p:grpSpPr>
          <a:xfrm>
            <a:off x="573016" y="2005358"/>
            <a:ext cx="2639745" cy="2771173"/>
            <a:chOff x="765154" y="2005358"/>
            <a:chExt cx="2639745" cy="2771173"/>
          </a:xfrm>
        </p:grpSpPr>
        <p:sp>
          <p:nvSpPr>
            <p:cNvPr id="928" name="Google Shape;928;p41"/>
            <p:cNvSpPr/>
            <p:nvPr/>
          </p:nvSpPr>
          <p:spPr>
            <a:xfrm flipH="1">
              <a:off x="1689119" y="2263847"/>
              <a:ext cx="146635" cy="336784"/>
            </a:xfrm>
            <a:custGeom>
              <a:avLst/>
              <a:gdLst/>
              <a:ahLst/>
              <a:cxnLst/>
              <a:rect l="l" t="t" r="r" b="b"/>
              <a:pathLst>
                <a:path w="1813" h="4164" extrusionOk="0">
                  <a:moveTo>
                    <a:pt x="669" y="0"/>
                  </a:moveTo>
                  <a:cubicBezTo>
                    <a:pt x="530" y="0"/>
                    <a:pt x="378" y="68"/>
                    <a:pt x="215" y="228"/>
                  </a:cubicBezTo>
                  <a:cubicBezTo>
                    <a:pt x="48" y="395"/>
                    <a:pt x="0" y="586"/>
                    <a:pt x="0" y="777"/>
                  </a:cubicBezTo>
                  <a:cubicBezTo>
                    <a:pt x="0" y="1611"/>
                    <a:pt x="644" y="3758"/>
                    <a:pt x="644" y="3758"/>
                  </a:cubicBezTo>
                  <a:lnTo>
                    <a:pt x="1693" y="4163"/>
                  </a:lnTo>
                  <a:cubicBezTo>
                    <a:pt x="1789" y="4163"/>
                    <a:pt x="1813" y="2327"/>
                    <a:pt x="1789" y="2208"/>
                  </a:cubicBezTo>
                  <a:cubicBezTo>
                    <a:pt x="1769" y="1789"/>
                    <a:pt x="1382" y="0"/>
                    <a:pt x="669"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1"/>
            <p:cNvSpPr/>
            <p:nvPr/>
          </p:nvSpPr>
          <p:spPr>
            <a:xfrm flipH="1">
              <a:off x="1660162" y="2545629"/>
              <a:ext cx="349240" cy="381834"/>
            </a:xfrm>
            <a:custGeom>
              <a:avLst/>
              <a:gdLst/>
              <a:ahLst/>
              <a:cxnLst/>
              <a:rect l="l" t="t" r="r" b="b"/>
              <a:pathLst>
                <a:path w="4318" h="4721" extrusionOk="0">
                  <a:moveTo>
                    <a:pt x="3418" y="0"/>
                  </a:moveTo>
                  <a:cubicBezTo>
                    <a:pt x="3259" y="0"/>
                    <a:pt x="3088" y="84"/>
                    <a:pt x="2982" y="155"/>
                  </a:cubicBezTo>
                  <a:cubicBezTo>
                    <a:pt x="2600" y="393"/>
                    <a:pt x="1575" y="2874"/>
                    <a:pt x="1575" y="2874"/>
                  </a:cubicBezTo>
                  <a:lnTo>
                    <a:pt x="1265" y="3112"/>
                  </a:lnTo>
                  <a:lnTo>
                    <a:pt x="907" y="3279"/>
                  </a:lnTo>
                  <a:lnTo>
                    <a:pt x="716" y="3398"/>
                  </a:lnTo>
                  <a:cubicBezTo>
                    <a:pt x="644" y="3422"/>
                    <a:pt x="549" y="3422"/>
                    <a:pt x="501" y="3422"/>
                  </a:cubicBezTo>
                  <a:lnTo>
                    <a:pt x="382" y="3422"/>
                  </a:lnTo>
                  <a:cubicBezTo>
                    <a:pt x="358" y="3422"/>
                    <a:pt x="311" y="3470"/>
                    <a:pt x="311" y="3494"/>
                  </a:cubicBezTo>
                  <a:cubicBezTo>
                    <a:pt x="311" y="3518"/>
                    <a:pt x="311" y="3518"/>
                    <a:pt x="358" y="3541"/>
                  </a:cubicBezTo>
                  <a:cubicBezTo>
                    <a:pt x="406" y="3613"/>
                    <a:pt x="478" y="3637"/>
                    <a:pt x="549" y="3637"/>
                  </a:cubicBezTo>
                  <a:cubicBezTo>
                    <a:pt x="597" y="3637"/>
                    <a:pt x="621" y="3637"/>
                    <a:pt x="644" y="3613"/>
                  </a:cubicBezTo>
                  <a:lnTo>
                    <a:pt x="740" y="3613"/>
                  </a:lnTo>
                  <a:cubicBezTo>
                    <a:pt x="764" y="3613"/>
                    <a:pt x="788" y="3637"/>
                    <a:pt x="788" y="3661"/>
                  </a:cubicBezTo>
                  <a:cubicBezTo>
                    <a:pt x="835" y="3684"/>
                    <a:pt x="788" y="3732"/>
                    <a:pt x="764" y="3756"/>
                  </a:cubicBezTo>
                  <a:lnTo>
                    <a:pt x="668" y="3851"/>
                  </a:lnTo>
                  <a:lnTo>
                    <a:pt x="621" y="3899"/>
                  </a:lnTo>
                  <a:lnTo>
                    <a:pt x="549" y="3971"/>
                  </a:lnTo>
                  <a:cubicBezTo>
                    <a:pt x="525" y="3995"/>
                    <a:pt x="525" y="4018"/>
                    <a:pt x="501" y="4018"/>
                  </a:cubicBezTo>
                  <a:cubicBezTo>
                    <a:pt x="287" y="4233"/>
                    <a:pt x="144" y="4209"/>
                    <a:pt x="48" y="4376"/>
                  </a:cubicBezTo>
                  <a:cubicBezTo>
                    <a:pt x="1" y="4472"/>
                    <a:pt x="144" y="4448"/>
                    <a:pt x="167" y="4567"/>
                  </a:cubicBezTo>
                  <a:cubicBezTo>
                    <a:pt x="167" y="4578"/>
                    <a:pt x="187" y="4581"/>
                    <a:pt x="217" y="4581"/>
                  </a:cubicBezTo>
                  <a:cubicBezTo>
                    <a:pt x="270" y="4581"/>
                    <a:pt x="355" y="4570"/>
                    <a:pt x="419" y="4570"/>
                  </a:cubicBezTo>
                  <a:cubicBezTo>
                    <a:pt x="478" y="4570"/>
                    <a:pt x="519" y="4579"/>
                    <a:pt x="501" y="4615"/>
                  </a:cubicBezTo>
                  <a:cubicBezTo>
                    <a:pt x="454" y="4678"/>
                    <a:pt x="544" y="4721"/>
                    <a:pt x="708" y="4721"/>
                  </a:cubicBezTo>
                  <a:cubicBezTo>
                    <a:pt x="790" y="4721"/>
                    <a:pt x="891" y="4710"/>
                    <a:pt x="1002" y="4686"/>
                  </a:cubicBezTo>
                  <a:cubicBezTo>
                    <a:pt x="1265" y="4591"/>
                    <a:pt x="1432" y="4472"/>
                    <a:pt x="1551" y="4328"/>
                  </a:cubicBezTo>
                  <a:lnTo>
                    <a:pt x="1575" y="4281"/>
                  </a:lnTo>
                  <a:lnTo>
                    <a:pt x="2099" y="3279"/>
                  </a:lnTo>
                  <a:cubicBezTo>
                    <a:pt x="2171" y="3136"/>
                    <a:pt x="2672" y="2540"/>
                    <a:pt x="2767" y="2420"/>
                  </a:cubicBezTo>
                  <a:cubicBezTo>
                    <a:pt x="2886" y="2230"/>
                    <a:pt x="4317" y="489"/>
                    <a:pt x="3578" y="35"/>
                  </a:cubicBezTo>
                  <a:cubicBezTo>
                    <a:pt x="3529" y="11"/>
                    <a:pt x="3474" y="0"/>
                    <a:pt x="3418"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1"/>
            <p:cNvSpPr/>
            <p:nvPr/>
          </p:nvSpPr>
          <p:spPr>
            <a:xfrm flipH="1">
              <a:off x="1648598" y="2542879"/>
              <a:ext cx="225736" cy="244824"/>
            </a:xfrm>
            <a:custGeom>
              <a:avLst/>
              <a:gdLst/>
              <a:ahLst/>
              <a:cxnLst/>
              <a:rect l="l" t="t" r="r" b="b"/>
              <a:pathLst>
                <a:path w="2791" h="3027" extrusionOk="0">
                  <a:moveTo>
                    <a:pt x="1738" y="1"/>
                  </a:moveTo>
                  <a:cubicBezTo>
                    <a:pt x="1583" y="1"/>
                    <a:pt x="1434" y="101"/>
                    <a:pt x="1312" y="189"/>
                  </a:cubicBezTo>
                  <a:cubicBezTo>
                    <a:pt x="954" y="403"/>
                    <a:pt x="262" y="1954"/>
                    <a:pt x="0" y="2550"/>
                  </a:cubicBezTo>
                  <a:cubicBezTo>
                    <a:pt x="215" y="2693"/>
                    <a:pt x="453" y="2836"/>
                    <a:pt x="644" y="3027"/>
                  </a:cubicBezTo>
                  <a:cubicBezTo>
                    <a:pt x="859" y="2741"/>
                    <a:pt x="1193" y="2335"/>
                    <a:pt x="1288" y="2240"/>
                  </a:cubicBezTo>
                  <a:cubicBezTo>
                    <a:pt x="1407" y="2097"/>
                    <a:pt x="2791" y="570"/>
                    <a:pt x="1908" y="46"/>
                  </a:cubicBezTo>
                  <a:cubicBezTo>
                    <a:pt x="1851" y="14"/>
                    <a:pt x="1794" y="1"/>
                    <a:pt x="1738"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1"/>
            <p:cNvSpPr/>
            <p:nvPr/>
          </p:nvSpPr>
          <p:spPr>
            <a:xfrm flipH="1">
              <a:off x="1374660" y="3235203"/>
              <a:ext cx="308719" cy="222905"/>
            </a:xfrm>
            <a:custGeom>
              <a:avLst/>
              <a:gdLst/>
              <a:ahLst/>
              <a:cxnLst/>
              <a:rect l="l" t="t" r="r" b="b"/>
              <a:pathLst>
                <a:path w="3817" h="2756" extrusionOk="0">
                  <a:moveTo>
                    <a:pt x="2528" y="0"/>
                  </a:moveTo>
                  <a:cubicBezTo>
                    <a:pt x="2528" y="0"/>
                    <a:pt x="2671" y="859"/>
                    <a:pt x="2552" y="1383"/>
                  </a:cubicBezTo>
                  <a:cubicBezTo>
                    <a:pt x="2099" y="1622"/>
                    <a:pt x="1336" y="1980"/>
                    <a:pt x="1336" y="1980"/>
                  </a:cubicBezTo>
                  <a:cubicBezTo>
                    <a:pt x="1336" y="1980"/>
                    <a:pt x="430" y="2123"/>
                    <a:pt x="382" y="2147"/>
                  </a:cubicBezTo>
                  <a:cubicBezTo>
                    <a:pt x="310" y="2171"/>
                    <a:pt x="239" y="2194"/>
                    <a:pt x="72" y="2337"/>
                  </a:cubicBezTo>
                  <a:cubicBezTo>
                    <a:pt x="72" y="2337"/>
                    <a:pt x="0" y="2576"/>
                    <a:pt x="1097" y="2719"/>
                  </a:cubicBezTo>
                  <a:cubicBezTo>
                    <a:pt x="1097" y="2719"/>
                    <a:pt x="1278" y="2755"/>
                    <a:pt x="1595" y="2755"/>
                  </a:cubicBezTo>
                  <a:cubicBezTo>
                    <a:pt x="1793" y="2755"/>
                    <a:pt x="2044" y="2741"/>
                    <a:pt x="2338" y="2695"/>
                  </a:cubicBezTo>
                  <a:cubicBezTo>
                    <a:pt x="2528" y="2648"/>
                    <a:pt x="2671" y="2648"/>
                    <a:pt x="2862" y="2624"/>
                  </a:cubicBezTo>
                  <a:cubicBezTo>
                    <a:pt x="3029" y="2600"/>
                    <a:pt x="3530" y="2600"/>
                    <a:pt x="3602" y="2528"/>
                  </a:cubicBezTo>
                  <a:lnTo>
                    <a:pt x="3649" y="2481"/>
                  </a:lnTo>
                  <a:cubicBezTo>
                    <a:pt x="3816" y="2337"/>
                    <a:pt x="3721" y="2051"/>
                    <a:pt x="3697" y="1884"/>
                  </a:cubicBezTo>
                  <a:cubicBezTo>
                    <a:pt x="3697" y="1789"/>
                    <a:pt x="3625" y="1741"/>
                    <a:pt x="3602" y="1646"/>
                  </a:cubicBezTo>
                  <a:cubicBezTo>
                    <a:pt x="3602" y="1622"/>
                    <a:pt x="3506" y="1407"/>
                    <a:pt x="3506" y="1383"/>
                  </a:cubicBezTo>
                  <a:cubicBezTo>
                    <a:pt x="3482" y="1026"/>
                    <a:pt x="3530" y="0"/>
                    <a:pt x="3530"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1"/>
            <p:cNvSpPr/>
            <p:nvPr/>
          </p:nvSpPr>
          <p:spPr>
            <a:xfrm flipH="1">
              <a:off x="1378542" y="3356683"/>
              <a:ext cx="302896" cy="103365"/>
            </a:xfrm>
            <a:custGeom>
              <a:avLst/>
              <a:gdLst/>
              <a:ahLst/>
              <a:cxnLst/>
              <a:rect l="l" t="t" r="r" b="b"/>
              <a:pathLst>
                <a:path w="3745" h="1278" extrusionOk="0">
                  <a:moveTo>
                    <a:pt x="3530" y="1"/>
                  </a:moveTo>
                  <a:cubicBezTo>
                    <a:pt x="3506" y="25"/>
                    <a:pt x="3458" y="25"/>
                    <a:pt x="3435" y="48"/>
                  </a:cubicBezTo>
                  <a:cubicBezTo>
                    <a:pt x="3177" y="177"/>
                    <a:pt x="2902" y="229"/>
                    <a:pt x="2626" y="229"/>
                  </a:cubicBezTo>
                  <a:cubicBezTo>
                    <a:pt x="2441" y="229"/>
                    <a:pt x="2256" y="206"/>
                    <a:pt x="2075" y="168"/>
                  </a:cubicBezTo>
                  <a:lnTo>
                    <a:pt x="2051" y="168"/>
                  </a:lnTo>
                  <a:cubicBezTo>
                    <a:pt x="1693" y="335"/>
                    <a:pt x="1336" y="502"/>
                    <a:pt x="1336" y="502"/>
                  </a:cubicBezTo>
                  <a:cubicBezTo>
                    <a:pt x="1336" y="502"/>
                    <a:pt x="453" y="645"/>
                    <a:pt x="382" y="669"/>
                  </a:cubicBezTo>
                  <a:cubicBezTo>
                    <a:pt x="310" y="716"/>
                    <a:pt x="239" y="740"/>
                    <a:pt x="72" y="859"/>
                  </a:cubicBezTo>
                  <a:cubicBezTo>
                    <a:pt x="72" y="859"/>
                    <a:pt x="0" y="1098"/>
                    <a:pt x="1097" y="1241"/>
                  </a:cubicBezTo>
                  <a:cubicBezTo>
                    <a:pt x="1097" y="1241"/>
                    <a:pt x="1278" y="1277"/>
                    <a:pt x="1595" y="1277"/>
                  </a:cubicBezTo>
                  <a:cubicBezTo>
                    <a:pt x="1793" y="1277"/>
                    <a:pt x="2044" y="1263"/>
                    <a:pt x="2337" y="1217"/>
                  </a:cubicBezTo>
                  <a:cubicBezTo>
                    <a:pt x="2528" y="1193"/>
                    <a:pt x="2671" y="1193"/>
                    <a:pt x="2862" y="1146"/>
                  </a:cubicBezTo>
                  <a:cubicBezTo>
                    <a:pt x="3029" y="1122"/>
                    <a:pt x="3530" y="1122"/>
                    <a:pt x="3601" y="1074"/>
                  </a:cubicBezTo>
                  <a:lnTo>
                    <a:pt x="3673" y="1002"/>
                  </a:lnTo>
                  <a:cubicBezTo>
                    <a:pt x="3745" y="859"/>
                    <a:pt x="3673" y="549"/>
                    <a:pt x="3625" y="406"/>
                  </a:cubicBezTo>
                  <a:cubicBezTo>
                    <a:pt x="3673" y="311"/>
                    <a:pt x="3625" y="239"/>
                    <a:pt x="3601" y="144"/>
                  </a:cubicBezTo>
                  <a:cubicBezTo>
                    <a:pt x="3601" y="144"/>
                    <a:pt x="3578" y="48"/>
                    <a:pt x="353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1"/>
            <p:cNvSpPr/>
            <p:nvPr/>
          </p:nvSpPr>
          <p:spPr>
            <a:xfrm flipH="1">
              <a:off x="1291760" y="2451648"/>
              <a:ext cx="212229" cy="868489"/>
            </a:xfrm>
            <a:custGeom>
              <a:avLst/>
              <a:gdLst/>
              <a:ahLst/>
              <a:cxnLst/>
              <a:rect l="l" t="t" r="r" b="b"/>
              <a:pathLst>
                <a:path w="2624" h="10738" extrusionOk="0">
                  <a:moveTo>
                    <a:pt x="1624" y="0"/>
                  </a:moveTo>
                  <a:cubicBezTo>
                    <a:pt x="1440" y="0"/>
                    <a:pt x="1251" y="60"/>
                    <a:pt x="1074" y="76"/>
                  </a:cubicBezTo>
                  <a:cubicBezTo>
                    <a:pt x="334" y="148"/>
                    <a:pt x="120" y="1794"/>
                    <a:pt x="120" y="2676"/>
                  </a:cubicBezTo>
                  <a:cubicBezTo>
                    <a:pt x="96" y="3368"/>
                    <a:pt x="0" y="3988"/>
                    <a:pt x="96" y="4608"/>
                  </a:cubicBezTo>
                  <a:cubicBezTo>
                    <a:pt x="96" y="4703"/>
                    <a:pt x="72" y="4799"/>
                    <a:pt x="72" y="4918"/>
                  </a:cubicBezTo>
                  <a:cubicBezTo>
                    <a:pt x="96" y="5538"/>
                    <a:pt x="96" y="10571"/>
                    <a:pt x="96" y="10571"/>
                  </a:cubicBezTo>
                  <a:lnTo>
                    <a:pt x="1574" y="10738"/>
                  </a:lnTo>
                  <a:cubicBezTo>
                    <a:pt x="1574" y="10738"/>
                    <a:pt x="2004" y="7637"/>
                    <a:pt x="1551" y="5443"/>
                  </a:cubicBezTo>
                  <a:cubicBezTo>
                    <a:pt x="1622" y="5324"/>
                    <a:pt x="1646" y="5204"/>
                    <a:pt x="1694" y="5109"/>
                  </a:cubicBezTo>
                  <a:cubicBezTo>
                    <a:pt x="2004" y="4179"/>
                    <a:pt x="2218" y="3272"/>
                    <a:pt x="2433" y="2366"/>
                  </a:cubicBezTo>
                  <a:cubicBezTo>
                    <a:pt x="2505" y="1937"/>
                    <a:pt x="2624" y="1531"/>
                    <a:pt x="2576" y="1078"/>
                  </a:cubicBezTo>
                  <a:cubicBezTo>
                    <a:pt x="2528" y="720"/>
                    <a:pt x="2361" y="363"/>
                    <a:pt x="2051" y="148"/>
                  </a:cubicBezTo>
                  <a:lnTo>
                    <a:pt x="1884" y="53"/>
                  </a:lnTo>
                  <a:cubicBezTo>
                    <a:pt x="1800" y="14"/>
                    <a:pt x="1712" y="0"/>
                    <a:pt x="162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1"/>
            <p:cNvSpPr/>
            <p:nvPr/>
          </p:nvSpPr>
          <p:spPr>
            <a:xfrm flipH="1">
              <a:off x="1191388" y="3223637"/>
              <a:ext cx="302976" cy="241508"/>
            </a:xfrm>
            <a:custGeom>
              <a:avLst/>
              <a:gdLst/>
              <a:ahLst/>
              <a:cxnLst/>
              <a:rect l="l" t="t" r="r" b="b"/>
              <a:pathLst>
                <a:path w="3746" h="2986" extrusionOk="0">
                  <a:moveTo>
                    <a:pt x="3268" y="0"/>
                  </a:moveTo>
                  <a:lnTo>
                    <a:pt x="2266" y="119"/>
                  </a:lnTo>
                  <a:cubicBezTo>
                    <a:pt x="2266" y="119"/>
                    <a:pt x="2505" y="954"/>
                    <a:pt x="2457" y="1479"/>
                  </a:cubicBezTo>
                  <a:cubicBezTo>
                    <a:pt x="2028" y="1789"/>
                    <a:pt x="1288" y="2194"/>
                    <a:pt x="1288" y="2194"/>
                  </a:cubicBezTo>
                  <a:cubicBezTo>
                    <a:pt x="1288" y="2194"/>
                    <a:pt x="430" y="2433"/>
                    <a:pt x="358" y="2457"/>
                  </a:cubicBezTo>
                  <a:cubicBezTo>
                    <a:pt x="334" y="2504"/>
                    <a:pt x="215" y="2528"/>
                    <a:pt x="96" y="2671"/>
                  </a:cubicBezTo>
                  <a:cubicBezTo>
                    <a:pt x="96" y="2671"/>
                    <a:pt x="1" y="2910"/>
                    <a:pt x="1145" y="2981"/>
                  </a:cubicBezTo>
                  <a:cubicBezTo>
                    <a:pt x="1145" y="2981"/>
                    <a:pt x="1193" y="2986"/>
                    <a:pt x="1280" y="2986"/>
                  </a:cubicBezTo>
                  <a:cubicBezTo>
                    <a:pt x="1476" y="2986"/>
                    <a:pt x="1874" y="2963"/>
                    <a:pt x="2386" y="2814"/>
                  </a:cubicBezTo>
                  <a:cubicBezTo>
                    <a:pt x="2576" y="2791"/>
                    <a:pt x="2719" y="2767"/>
                    <a:pt x="2910" y="2743"/>
                  </a:cubicBezTo>
                  <a:cubicBezTo>
                    <a:pt x="3077" y="2695"/>
                    <a:pt x="3578" y="2624"/>
                    <a:pt x="3650" y="2552"/>
                  </a:cubicBezTo>
                  <a:lnTo>
                    <a:pt x="3697" y="2504"/>
                  </a:lnTo>
                  <a:cubicBezTo>
                    <a:pt x="3745" y="2314"/>
                    <a:pt x="3602" y="2051"/>
                    <a:pt x="3578" y="1884"/>
                  </a:cubicBezTo>
                  <a:cubicBezTo>
                    <a:pt x="3554" y="1789"/>
                    <a:pt x="3530" y="1717"/>
                    <a:pt x="3507" y="1646"/>
                  </a:cubicBezTo>
                  <a:cubicBezTo>
                    <a:pt x="3507" y="1598"/>
                    <a:pt x="3411" y="1383"/>
                    <a:pt x="3387" y="1360"/>
                  </a:cubicBezTo>
                  <a:cubicBezTo>
                    <a:pt x="3316" y="1002"/>
                    <a:pt x="3268" y="0"/>
                    <a:pt x="3268"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1"/>
            <p:cNvSpPr/>
            <p:nvPr/>
          </p:nvSpPr>
          <p:spPr>
            <a:xfrm flipH="1">
              <a:off x="1191388" y="3347059"/>
              <a:ext cx="304918" cy="120107"/>
            </a:xfrm>
            <a:custGeom>
              <a:avLst/>
              <a:gdLst/>
              <a:ahLst/>
              <a:cxnLst/>
              <a:rect l="l" t="t" r="r" b="b"/>
              <a:pathLst>
                <a:path w="3770" h="1485" extrusionOk="0">
                  <a:moveTo>
                    <a:pt x="3435" y="0"/>
                  </a:moveTo>
                  <a:cubicBezTo>
                    <a:pt x="3387" y="24"/>
                    <a:pt x="3364" y="48"/>
                    <a:pt x="3316" y="48"/>
                  </a:cubicBezTo>
                  <a:cubicBezTo>
                    <a:pt x="3038" y="240"/>
                    <a:pt x="2696" y="317"/>
                    <a:pt x="2365" y="317"/>
                  </a:cubicBezTo>
                  <a:cubicBezTo>
                    <a:pt x="2242" y="317"/>
                    <a:pt x="2120" y="306"/>
                    <a:pt x="2004" y="287"/>
                  </a:cubicBezTo>
                  <a:lnTo>
                    <a:pt x="1956" y="287"/>
                  </a:lnTo>
                  <a:cubicBezTo>
                    <a:pt x="1599" y="501"/>
                    <a:pt x="1289" y="716"/>
                    <a:pt x="1289" y="716"/>
                  </a:cubicBezTo>
                  <a:cubicBezTo>
                    <a:pt x="1289" y="716"/>
                    <a:pt x="430" y="954"/>
                    <a:pt x="358" y="978"/>
                  </a:cubicBezTo>
                  <a:cubicBezTo>
                    <a:pt x="335" y="1002"/>
                    <a:pt x="215" y="1026"/>
                    <a:pt x="96" y="1169"/>
                  </a:cubicBezTo>
                  <a:cubicBezTo>
                    <a:pt x="96" y="1169"/>
                    <a:pt x="1" y="1408"/>
                    <a:pt x="1146" y="1479"/>
                  </a:cubicBezTo>
                  <a:cubicBezTo>
                    <a:pt x="1146" y="1479"/>
                    <a:pt x="1201" y="1484"/>
                    <a:pt x="1303" y="1484"/>
                  </a:cubicBezTo>
                  <a:cubicBezTo>
                    <a:pt x="1506" y="1484"/>
                    <a:pt x="1893" y="1463"/>
                    <a:pt x="2386" y="1336"/>
                  </a:cubicBezTo>
                  <a:cubicBezTo>
                    <a:pt x="2577" y="1288"/>
                    <a:pt x="2720" y="1265"/>
                    <a:pt x="2887" y="1241"/>
                  </a:cubicBezTo>
                  <a:cubicBezTo>
                    <a:pt x="3077" y="1217"/>
                    <a:pt x="3578" y="1121"/>
                    <a:pt x="3650" y="1050"/>
                  </a:cubicBezTo>
                  <a:lnTo>
                    <a:pt x="3698" y="1002"/>
                  </a:lnTo>
                  <a:cubicBezTo>
                    <a:pt x="3769" y="811"/>
                    <a:pt x="3650" y="549"/>
                    <a:pt x="3602" y="406"/>
                  </a:cubicBezTo>
                  <a:cubicBezTo>
                    <a:pt x="3578" y="287"/>
                    <a:pt x="3554" y="191"/>
                    <a:pt x="3483" y="144"/>
                  </a:cubicBezTo>
                  <a:cubicBezTo>
                    <a:pt x="3483" y="144"/>
                    <a:pt x="3459" y="48"/>
                    <a:pt x="3435"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1"/>
            <p:cNvSpPr/>
            <p:nvPr/>
          </p:nvSpPr>
          <p:spPr>
            <a:xfrm flipH="1">
              <a:off x="1199154" y="2381688"/>
              <a:ext cx="214170" cy="932627"/>
            </a:xfrm>
            <a:custGeom>
              <a:avLst/>
              <a:gdLst/>
              <a:ahLst/>
              <a:cxnLst/>
              <a:rect l="l" t="t" r="r" b="b"/>
              <a:pathLst>
                <a:path w="2648" h="11531" extrusionOk="0">
                  <a:moveTo>
                    <a:pt x="568" y="0"/>
                  </a:moveTo>
                  <a:cubicBezTo>
                    <a:pt x="516" y="0"/>
                    <a:pt x="470" y="11"/>
                    <a:pt x="430" y="35"/>
                  </a:cubicBezTo>
                  <a:cubicBezTo>
                    <a:pt x="0" y="321"/>
                    <a:pt x="143" y="2039"/>
                    <a:pt x="72" y="2563"/>
                  </a:cubicBezTo>
                  <a:cubicBezTo>
                    <a:pt x="24" y="3279"/>
                    <a:pt x="48" y="4066"/>
                    <a:pt x="143" y="4734"/>
                  </a:cubicBezTo>
                  <a:cubicBezTo>
                    <a:pt x="191" y="5139"/>
                    <a:pt x="263" y="5521"/>
                    <a:pt x="382" y="5902"/>
                  </a:cubicBezTo>
                  <a:cubicBezTo>
                    <a:pt x="406" y="5974"/>
                    <a:pt x="406" y="6022"/>
                    <a:pt x="430" y="6117"/>
                  </a:cubicBezTo>
                  <a:cubicBezTo>
                    <a:pt x="501" y="6689"/>
                    <a:pt x="978" y="10529"/>
                    <a:pt x="1097" y="11531"/>
                  </a:cubicBezTo>
                  <a:lnTo>
                    <a:pt x="2457" y="11531"/>
                  </a:lnTo>
                  <a:cubicBezTo>
                    <a:pt x="2505" y="10815"/>
                    <a:pt x="2552" y="8144"/>
                    <a:pt x="1932" y="6332"/>
                  </a:cubicBezTo>
                  <a:cubicBezTo>
                    <a:pt x="1980" y="6260"/>
                    <a:pt x="2004" y="6165"/>
                    <a:pt x="2004" y="6117"/>
                  </a:cubicBezTo>
                  <a:cubicBezTo>
                    <a:pt x="2075" y="5807"/>
                    <a:pt x="2123" y="5521"/>
                    <a:pt x="2195" y="5187"/>
                  </a:cubicBezTo>
                  <a:cubicBezTo>
                    <a:pt x="2290" y="4662"/>
                    <a:pt x="2385" y="4137"/>
                    <a:pt x="2457" y="3613"/>
                  </a:cubicBezTo>
                  <a:cubicBezTo>
                    <a:pt x="2552" y="3112"/>
                    <a:pt x="2648" y="2563"/>
                    <a:pt x="2528" y="2062"/>
                  </a:cubicBezTo>
                  <a:cubicBezTo>
                    <a:pt x="2433" y="1705"/>
                    <a:pt x="2314" y="1037"/>
                    <a:pt x="2004" y="870"/>
                  </a:cubicBezTo>
                  <a:cubicBezTo>
                    <a:pt x="1686" y="679"/>
                    <a:pt x="974" y="0"/>
                    <a:pt x="568"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1"/>
            <p:cNvSpPr/>
            <p:nvPr/>
          </p:nvSpPr>
          <p:spPr>
            <a:xfrm flipH="1">
              <a:off x="1285933" y="2127889"/>
              <a:ext cx="555646" cy="520948"/>
            </a:xfrm>
            <a:custGeom>
              <a:avLst/>
              <a:gdLst/>
              <a:ahLst/>
              <a:cxnLst/>
              <a:rect l="l" t="t" r="r" b="b"/>
              <a:pathLst>
                <a:path w="6870" h="6441" extrusionOk="0">
                  <a:moveTo>
                    <a:pt x="2075" y="1"/>
                  </a:moveTo>
                  <a:cubicBezTo>
                    <a:pt x="1789" y="25"/>
                    <a:pt x="955" y="287"/>
                    <a:pt x="883" y="335"/>
                  </a:cubicBezTo>
                  <a:cubicBezTo>
                    <a:pt x="525" y="502"/>
                    <a:pt x="239" y="955"/>
                    <a:pt x="167" y="1384"/>
                  </a:cubicBezTo>
                  <a:cubicBezTo>
                    <a:pt x="120" y="1647"/>
                    <a:pt x="72" y="1909"/>
                    <a:pt x="48" y="2171"/>
                  </a:cubicBezTo>
                  <a:cubicBezTo>
                    <a:pt x="0" y="2481"/>
                    <a:pt x="120" y="2768"/>
                    <a:pt x="406" y="2982"/>
                  </a:cubicBezTo>
                  <a:cubicBezTo>
                    <a:pt x="955" y="3435"/>
                    <a:pt x="1503" y="3841"/>
                    <a:pt x="2075" y="4270"/>
                  </a:cubicBezTo>
                  <a:cubicBezTo>
                    <a:pt x="2362" y="4485"/>
                    <a:pt x="2672" y="4652"/>
                    <a:pt x="2934" y="4914"/>
                  </a:cubicBezTo>
                  <a:cubicBezTo>
                    <a:pt x="3268" y="5272"/>
                    <a:pt x="3697" y="6059"/>
                    <a:pt x="4270" y="6441"/>
                  </a:cubicBezTo>
                  <a:cubicBezTo>
                    <a:pt x="4270" y="6441"/>
                    <a:pt x="4294" y="6345"/>
                    <a:pt x="4461" y="6226"/>
                  </a:cubicBezTo>
                  <a:cubicBezTo>
                    <a:pt x="4866" y="5940"/>
                    <a:pt x="5367" y="5248"/>
                    <a:pt x="5725" y="4890"/>
                  </a:cubicBezTo>
                  <a:cubicBezTo>
                    <a:pt x="6082" y="4556"/>
                    <a:pt x="6655" y="4079"/>
                    <a:pt x="6846" y="3602"/>
                  </a:cubicBezTo>
                  <a:cubicBezTo>
                    <a:pt x="6869" y="3579"/>
                    <a:pt x="6440" y="3149"/>
                    <a:pt x="6154" y="2958"/>
                  </a:cubicBezTo>
                  <a:cubicBezTo>
                    <a:pt x="5629" y="2672"/>
                    <a:pt x="5128" y="2458"/>
                    <a:pt x="4723" y="2076"/>
                  </a:cubicBezTo>
                  <a:cubicBezTo>
                    <a:pt x="4294" y="1647"/>
                    <a:pt x="3864" y="1265"/>
                    <a:pt x="3435" y="836"/>
                  </a:cubicBezTo>
                  <a:cubicBezTo>
                    <a:pt x="3268" y="669"/>
                    <a:pt x="3077" y="454"/>
                    <a:pt x="2910" y="311"/>
                  </a:cubicBezTo>
                  <a:cubicBezTo>
                    <a:pt x="2672" y="73"/>
                    <a:pt x="2362" y="1"/>
                    <a:pt x="2075"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1"/>
            <p:cNvSpPr/>
            <p:nvPr/>
          </p:nvSpPr>
          <p:spPr>
            <a:xfrm flipH="1">
              <a:off x="1725758" y="2143337"/>
              <a:ext cx="101747" cy="115416"/>
            </a:xfrm>
            <a:custGeom>
              <a:avLst/>
              <a:gdLst/>
              <a:ahLst/>
              <a:cxnLst/>
              <a:rect l="l" t="t" r="r" b="b"/>
              <a:pathLst>
                <a:path w="1258" h="1427" extrusionOk="0">
                  <a:moveTo>
                    <a:pt x="11" y="1131"/>
                  </a:moveTo>
                  <a:cubicBezTo>
                    <a:pt x="5" y="1139"/>
                    <a:pt x="1" y="1145"/>
                    <a:pt x="1" y="1145"/>
                  </a:cubicBezTo>
                  <a:cubicBezTo>
                    <a:pt x="1" y="1145"/>
                    <a:pt x="4" y="1141"/>
                    <a:pt x="11" y="1131"/>
                  </a:cubicBezTo>
                  <a:close/>
                  <a:moveTo>
                    <a:pt x="971" y="1"/>
                  </a:moveTo>
                  <a:cubicBezTo>
                    <a:pt x="852" y="48"/>
                    <a:pt x="757" y="96"/>
                    <a:pt x="733" y="96"/>
                  </a:cubicBezTo>
                  <a:cubicBezTo>
                    <a:pt x="351" y="287"/>
                    <a:pt x="65" y="716"/>
                    <a:pt x="17" y="1122"/>
                  </a:cubicBezTo>
                  <a:cubicBezTo>
                    <a:pt x="15" y="1125"/>
                    <a:pt x="13" y="1128"/>
                    <a:pt x="11" y="1131"/>
                  </a:cubicBezTo>
                  <a:lnTo>
                    <a:pt x="11" y="1131"/>
                  </a:lnTo>
                  <a:cubicBezTo>
                    <a:pt x="19" y="1121"/>
                    <a:pt x="29" y="1110"/>
                    <a:pt x="36" y="1110"/>
                  </a:cubicBezTo>
                  <a:cubicBezTo>
                    <a:pt x="39" y="1110"/>
                    <a:pt x="41" y="1113"/>
                    <a:pt x="41" y="1122"/>
                  </a:cubicBezTo>
                  <a:cubicBezTo>
                    <a:pt x="142" y="1335"/>
                    <a:pt x="275" y="1427"/>
                    <a:pt x="417" y="1427"/>
                  </a:cubicBezTo>
                  <a:cubicBezTo>
                    <a:pt x="577" y="1427"/>
                    <a:pt x="748" y="1311"/>
                    <a:pt x="900" y="1122"/>
                  </a:cubicBezTo>
                  <a:cubicBezTo>
                    <a:pt x="1138" y="764"/>
                    <a:pt x="1258" y="263"/>
                    <a:pt x="971"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1"/>
            <p:cNvSpPr/>
            <p:nvPr/>
          </p:nvSpPr>
          <p:spPr>
            <a:xfrm flipH="1">
              <a:off x="1723816" y="2116324"/>
              <a:ext cx="148657" cy="130136"/>
            </a:xfrm>
            <a:custGeom>
              <a:avLst/>
              <a:gdLst/>
              <a:ahLst/>
              <a:cxnLst/>
              <a:rect l="l" t="t" r="r" b="b"/>
              <a:pathLst>
                <a:path w="1838" h="1609" extrusionOk="0">
                  <a:moveTo>
                    <a:pt x="693" y="1"/>
                  </a:moveTo>
                  <a:lnTo>
                    <a:pt x="1" y="859"/>
                  </a:lnTo>
                  <a:lnTo>
                    <a:pt x="836" y="1551"/>
                  </a:lnTo>
                  <a:cubicBezTo>
                    <a:pt x="875" y="1591"/>
                    <a:pt x="907" y="1608"/>
                    <a:pt x="940" y="1608"/>
                  </a:cubicBezTo>
                  <a:cubicBezTo>
                    <a:pt x="967" y="1608"/>
                    <a:pt x="994" y="1596"/>
                    <a:pt x="1026" y="1575"/>
                  </a:cubicBezTo>
                  <a:cubicBezTo>
                    <a:pt x="1837" y="1146"/>
                    <a:pt x="1289" y="478"/>
                    <a:pt x="1289" y="478"/>
                  </a:cubicBezTo>
                  <a:lnTo>
                    <a:pt x="693"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1"/>
            <p:cNvSpPr/>
            <p:nvPr/>
          </p:nvSpPr>
          <p:spPr>
            <a:xfrm flipH="1">
              <a:off x="1777843" y="2060436"/>
              <a:ext cx="210369" cy="189097"/>
            </a:xfrm>
            <a:custGeom>
              <a:avLst/>
              <a:gdLst/>
              <a:ahLst/>
              <a:cxnLst/>
              <a:rect l="l" t="t" r="r" b="b"/>
              <a:pathLst>
                <a:path w="2601" h="2338" extrusionOk="0">
                  <a:moveTo>
                    <a:pt x="1098" y="0"/>
                  </a:moveTo>
                  <a:lnTo>
                    <a:pt x="1" y="1384"/>
                  </a:lnTo>
                  <a:cubicBezTo>
                    <a:pt x="1" y="1384"/>
                    <a:pt x="1514" y="2338"/>
                    <a:pt x="1872" y="2338"/>
                  </a:cubicBezTo>
                  <a:cubicBezTo>
                    <a:pt x="1877" y="2338"/>
                    <a:pt x="1881" y="2338"/>
                    <a:pt x="1885" y="2338"/>
                  </a:cubicBezTo>
                  <a:cubicBezTo>
                    <a:pt x="2219" y="2338"/>
                    <a:pt x="2601" y="1741"/>
                    <a:pt x="2290" y="954"/>
                  </a:cubicBezTo>
                  <a:lnTo>
                    <a:pt x="2147" y="883"/>
                  </a:lnTo>
                  <a:lnTo>
                    <a:pt x="1098"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1"/>
            <p:cNvSpPr/>
            <p:nvPr/>
          </p:nvSpPr>
          <p:spPr>
            <a:xfrm flipH="1">
              <a:off x="1783666" y="2005358"/>
              <a:ext cx="246603" cy="197024"/>
            </a:xfrm>
            <a:custGeom>
              <a:avLst/>
              <a:gdLst/>
              <a:ahLst/>
              <a:cxnLst/>
              <a:rect l="l" t="t" r="r" b="b"/>
              <a:pathLst>
                <a:path w="3049" h="2436" extrusionOk="0">
                  <a:moveTo>
                    <a:pt x="1516" y="1"/>
                  </a:moveTo>
                  <a:cubicBezTo>
                    <a:pt x="1204" y="1"/>
                    <a:pt x="1022" y="300"/>
                    <a:pt x="1022" y="300"/>
                  </a:cubicBezTo>
                  <a:cubicBezTo>
                    <a:pt x="1013" y="299"/>
                    <a:pt x="1004" y="298"/>
                    <a:pt x="996" y="298"/>
                  </a:cubicBezTo>
                  <a:cubicBezTo>
                    <a:pt x="590" y="298"/>
                    <a:pt x="0" y="1362"/>
                    <a:pt x="187" y="1969"/>
                  </a:cubicBezTo>
                  <a:cubicBezTo>
                    <a:pt x="314" y="2287"/>
                    <a:pt x="558" y="2436"/>
                    <a:pt x="784" y="2436"/>
                  </a:cubicBezTo>
                  <a:cubicBezTo>
                    <a:pt x="897" y="2436"/>
                    <a:pt x="1006" y="2398"/>
                    <a:pt x="1093" y="2327"/>
                  </a:cubicBezTo>
                  <a:cubicBezTo>
                    <a:pt x="1464" y="2072"/>
                    <a:pt x="1475" y="1412"/>
                    <a:pt x="1475" y="1375"/>
                  </a:cubicBezTo>
                  <a:lnTo>
                    <a:pt x="1475" y="1375"/>
                  </a:lnTo>
                  <a:cubicBezTo>
                    <a:pt x="1492" y="1377"/>
                    <a:pt x="1559" y="1383"/>
                    <a:pt x="1785" y="1397"/>
                  </a:cubicBezTo>
                  <a:cubicBezTo>
                    <a:pt x="1952" y="1397"/>
                    <a:pt x="2190" y="1516"/>
                    <a:pt x="2333" y="1611"/>
                  </a:cubicBezTo>
                  <a:cubicBezTo>
                    <a:pt x="2340" y="1614"/>
                    <a:pt x="2347" y="1615"/>
                    <a:pt x="2355" y="1615"/>
                  </a:cubicBezTo>
                  <a:cubicBezTo>
                    <a:pt x="2433" y="1615"/>
                    <a:pt x="2570" y="1512"/>
                    <a:pt x="2548" y="1468"/>
                  </a:cubicBezTo>
                  <a:lnTo>
                    <a:pt x="2381" y="1230"/>
                  </a:lnTo>
                  <a:lnTo>
                    <a:pt x="3049" y="1731"/>
                  </a:lnTo>
                  <a:cubicBezTo>
                    <a:pt x="2834" y="1349"/>
                    <a:pt x="2596" y="944"/>
                    <a:pt x="2333" y="634"/>
                  </a:cubicBezTo>
                  <a:cubicBezTo>
                    <a:pt x="2011" y="145"/>
                    <a:pt x="1732" y="1"/>
                    <a:pt x="1516"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1"/>
            <p:cNvSpPr/>
            <p:nvPr/>
          </p:nvSpPr>
          <p:spPr>
            <a:xfrm flipH="1">
              <a:off x="1808983" y="2079605"/>
              <a:ext cx="51925" cy="48366"/>
            </a:xfrm>
            <a:custGeom>
              <a:avLst/>
              <a:gdLst/>
              <a:ahLst/>
              <a:cxnLst/>
              <a:rect l="l" t="t" r="r" b="b"/>
              <a:pathLst>
                <a:path w="642" h="598" extrusionOk="0">
                  <a:moveTo>
                    <a:pt x="219" y="0"/>
                  </a:moveTo>
                  <a:cubicBezTo>
                    <a:pt x="210" y="0"/>
                    <a:pt x="201" y="1"/>
                    <a:pt x="192" y="2"/>
                  </a:cubicBezTo>
                  <a:cubicBezTo>
                    <a:pt x="73" y="2"/>
                    <a:pt x="1" y="193"/>
                    <a:pt x="73" y="288"/>
                  </a:cubicBezTo>
                  <a:lnTo>
                    <a:pt x="573" y="598"/>
                  </a:lnTo>
                  <a:cubicBezTo>
                    <a:pt x="642" y="255"/>
                    <a:pt x="426" y="0"/>
                    <a:pt x="219"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1"/>
            <p:cNvSpPr/>
            <p:nvPr/>
          </p:nvSpPr>
          <p:spPr>
            <a:xfrm flipH="1">
              <a:off x="1056402" y="4026037"/>
              <a:ext cx="216111" cy="42543"/>
            </a:xfrm>
            <a:custGeom>
              <a:avLst/>
              <a:gdLst/>
              <a:ahLst/>
              <a:cxnLst/>
              <a:rect l="l" t="t" r="r" b="b"/>
              <a:pathLst>
                <a:path w="2672" h="526" extrusionOk="0">
                  <a:moveTo>
                    <a:pt x="0" y="1"/>
                  </a:moveTo>
                  <a:lnTo>
                    <a:pt x="0" y="526"/>
                  </a:lnTo>
                  <a:lnTo>
                    <a:pt x="2672" y="526"/>
                  </a:lnTo>
                  <a:lnTo>
                    <a:pt x="2672"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1"/>
            <p:cNvSpPr/>
            <p:nvPr/>
          </p:nvSpPr>
          <p:spPr>
            <a:xfrm flipH="1">
              <a:off x="963796" y="4307658"/>
              <a:ext cx="214170" cy="44484"/>
            </a:xfrm>
            <a:custGeom>
              <a:avLst/>
              <a:gdLst/>
              <a:ahLst/>
              <a:cxnLst/>
              <a:rect l="l" t="t" r="r" b="b"/>
              <a:pathLst>
                <a:path w="2648" h="550" extrusionOk="0">
                  <a:moveTo>
                    <a:pt x="0" y="1"/>
                  </a:moveTo>
                  <a:lnTo>
                    <a:pt x="0" y="550"/>
                  </a:lnTo>
                  <a:lnTo>
                    <a:pt x="2647" y="550"/>
                  </a:lnTo>
                  <a:lnTo>
                    <a:pt x="2647"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1"/>
            <p:cNvSpPr/>
            <p:nvPr/>
          </p:nvSpPr>
          <p:spPr>
            <a:xfrm flipH="1">
              <a:off x="867388" y="4562346"/>
              <a:ext cx="256632" cy="42462"/>
            </a:xfrm>
            <a:custGeom>
              <a:avLst/>
              <a:gdLst/>
              <a:ahLst/>
              <a:cxnLst/>
              <a:rect l="l" t="t" r="r" b="b"/>
              <a:pathLst>
                <a:path w="3173" h="525" extrusionOk="0">
                  <a:moveTo>
                    <a:pt x="1" y="0"/>
                  </a:moveTo>
                  <a:lnTo>
                    <a:pt x="1" y="525"/>
                  </a:lnTo>
                  <a:lnTo>
                    <a:pt x="3173" y="525"/>
                  </a:lnTo>
                  <a:lnTo>
                    <a:pt x="3173" y="0"/>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1"/>
            <p:cNvSpPr/>
            <p:nvPr/>
          </p:nvSpPr>
          <p:spPr>
            <a:xfrm flipH="1">
              <a:off x="1160575" y="3730910"/>
              <a:ext cx="183355" cy="44484"/>
            </a:xfrm>
            <a:custGeom>
              <a:avLst/>
              <a:gdLst/>
              <a:ahLst/>
              <a:cxnLst/>
              <a:rect l="l" t="t" r="r" b="b"/>
              <a:pathLst>
                <a:path w="2267" h="550" extrusionOk="0">
                  <a:moveTo>
                    <a:pt x="1" y="1"/>
                  </a:moveTo>
                  <a:lnTo>
                    <a:pt x="1" y="549"/>
                  </a:lnTo>
                  <a:lnTo>
                    <a:pt x="2267" y="549"/>
                  </a:lnTo>
                  <a:lnTo>
                    <a:pt x="2267"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1"/>
            <p:cNvSpPr/>
            <p:nvPr/>
          </p:nvSpPr>
          <p:spPr>
            <a:xfrm flipH="1">
              <a:off x="1253181" y="3449290"/>
              <a:ext cx="183274" cy="32837"/>
            </a:xfrm>
            <a:custGeom>
              <a:avLst/>
              <a:gdLst/>
              <a:ahLst/>
              <a:cxnLst/>
              <a:rect l="l" t="t" r="r" b="b"/>
              <a:pathLst>
                <a:path w="2266" h="406" extrusionOk="0">
                  <a:moveTo>
                    <a:pt x="0" y="1"/>
                  </a:moveTo>
                  <a:lnTo>
                    <a:pt x="0" y="406"/>
                  </a:lnTo>
                  <a:lnTo>
                    <a:pt x="2266" y="406"/>
                  </a:lnTo>
                  <a:lnTo>
                    <a:pt x="2266"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1"/>
            <p:cNvSpPr/>
            <p:nvPr/>
          </p:nvSpPr>
          <p:spPr>
            <a:xfrm flipH="1">
              <a:off x="1046775" y="3449290"/>
              <a:ext cx="399385" cy="1327241"/>
            </a:xfrm>
            <a:custGeom>
              <a:avLst/>
              <a:gdLst/>
              <a:ahLst/>
              <a:cxnLst/>
              <a:rect l="l" t="t" r="r" b="b"/>
              <a:pathLst>
                <a:path w="4938" h="16410" extrusionOk="0">
                  <a:moveTo>
                    <a:pt x="1" y="1"/>
                  </a:moveTo>
                  <a:lnTo>
                    <a:pt x="4103" y="16410"/>
                  </a:lnTo>
                  <a:lnTo>
                    <a:pt x="4938" y="16410"/>
                  </a:lnTo>
                  <a:lnTo>
                    <a:pt x="812"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1"/>
            <p:cNvSpPr/>
            <p:nvPr/>
          </p:nvSpPr>
          <p:spPr>
            <a:xfrm flipH="1">
              <a:off x="1552106" y="3449290"/>
              <a:ext cx="493934" cy="1327241"/>
            </a:xfrm>
            <a:custGeom>
              <a:avLst/>
              <a:gdLst/>
              <a:ahLst/>
              <a:cxnLst/>
              <a:rect l="l" t="t" r="r" b="b"/>
              <a:pathLst>
                <a:path w="6107" h="16410" extrusionOk="0">
                  <a:moveTo>
                    <a:pt x="5391" y="1"/>
                  </a:moveTo>
                  <a:lnTo>
                    <a:pt x="0" y="16410"/>
                  </a:lnTo>
                  <a:lnTo>
                    <a:pt x="692" y="16410"/>
                  </a:lnTo>
                  <a:lnTo>
                    <a:pt x="6106"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1"/>
            <p:cNvSpPr/>
            <p:nvPr/>
          </p:nvSpPr>
          <p:spPr>
            <a:xfrm flipH="1">
              <a:off x="1642775" y="4325047"/>
              <a:ext cx="239324" cy="44484"/>
            </a:xfrm>
            <a:custGeom>
              <a:avLst/>
              <a:gdLst/>
              <a:ahLst/>
              <a:cxnLst/>
              <a:rect l="l" t="t" r="r" b="b"/>
              <a:pathLst>
                <a:path w="2959" h="550" extrusionOk="0">
                  <a:moveTo>
                    <a:pt x="263" y="1"/>
                  </a:moveTo>
                  <a:cubicBezTo>
                    <a:pt x="144" y="1"/>
                    <a:pt x="1" y="120"/>
                    <a:pt x="1" y="263"/>
                  </a:cubicBezTo>
                  <a:cubicBezTo>
                    <a:pt x="1" y="430"/>
                    <a:pt x="120" y="549"/>
                    <a:pt x="263" y="549"/>
                  </a:cubicBezTo>
                  <a:lnTo>
                    <a:pt x="2696" y="549"/>
                  </a:lnTo>
                  <a:cubicBezTo>
                    <a:pt x="2839" y="549"/>
                    <a:pt x="2958" y="430"/>
                    <a:pt x="2958" y="263"/>
                  </a:cubicBezTo>
                  <a:cubicBezTo>
                    <a:pt x="2958" y="120"/>
                    <a:pt x="2839" y="1"/>
                    <a:pt x="2696"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1"/>
            <p:cNvSpPr/>
            <p:nvPr/>
          </p:nvSpPr>
          <p:spPr>
            <a:xfrm flipH="1">
              <a:off x="1727697" y="4604726"/>
              <a:ext cx="239243" cy="42543"/>
            </a:xfrm>
            <a:custGeom>
              <a:avLst/>
              <a:gdLst/>
              <a:ahLst/>
              <a:cxnLst/>
              <a:rect l="l" t="t" r="r" b="b"/>
              <a:pathLst>
                <a:path w="2958" h="526" extrusionOk="0">
                  <a:moveTo>
                    <a:pt x="286" y="1"/>
                  </a:moveTo>
                  <a:cubicBezTo>
                    <a:pt x="119" y="1"/>
                    <a:pt x="0" y="120"/>
                    <a:pt x="0" y="263"/>
                  </a:cubicBezTo>
                  <a:cubicBezTo>
                    <a:pt x="0" y="406"/>
                    <a:pt x="119" y="526"/>
                    <a:pt x="286" y="526"/>
                  </a:cubicBezTo>
                  <a:lnTo>
                    <a:pt x="2695" y="526"/>
                  </a:lnTo>
                  <a:cubicBezTo>
                    <a:pt x="2838" y="526"/>
                    <a:pt x="2958" y="406"/>
                    <a:pt x="2958" y="263"/>
                  </a:cubicBezTo>
                  <a:cubicBezTo>
                    <a:pt x="2958" y="120"/>
                    <a:pt x="2838" y="1"/>
                    <a:pt x="2695"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1"/>
            <p:cNvSpPr/>
            <p:nvPr/>
          </p:nvSpPr>
          <p:spPr>
            <a:xfrm flipH="1">
              <a:off x="1546367" y="4037603"/>
              <a:ext cx="239243" cy="44484"/>
            </a:xfrm>
            <a:custGeom>
              <a:avLst/>
              <a:gdLst/>
              <a:ahLst/>
              <a:cxnLst/>
              <a:rect l="l" t="t" r="r" b="b"/>
              <a:pathLst>
                <a:path w="2958" h="550" extrusionOk="0">
                  <a:moveTo>
                    <a:pt x="263" y="1"/>
                  </a:moveTo>
                  <a:cubicBezTo>
                    <a:pt x="119" y="1"/>
                    <a:pt x="0" y="120"/>
                    <a:pt x="0" y="263"/>
                  </a:cubicBezTo>
                  <a:cubicBezTo>
                    <a:pt x="0" y="430"/>
                    <a:pt x="119" y="549"/>
                    <a:pt x="263" y="549"/>
                  </a:cubicBezTo>
                  <a:lnTo>
                    <a:pt x="2695" y="549"/>
                  </a:lnTo>
                  <a:cubicBezTo>
                    <a:pt x="2838" y="549"/>
                    <a:pt x="2958" y="430"/>
                    <a:pt x="2958" y="263"/>
                  </a:cubicBezTo>
                  <a:cubicBezTo>
                    <a:pt x="2958" y="120"/>
                    <a:pt x="2838" y="1"/>
                    <a:pt x="2695"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1"/>
            <p:cNvSpPr/>
            <p:nvPr/>
          </p:nvSpPr>
          <p:spPr>
            <a:xfrm flipH="1">
              <a:off x="1465326" y="3742476"/>
              <a:ext cx="225817" cy="42543"/>
            </a:xfrm>
            <a:custGeom>
              <a:avLst/>
              <a:gdLst/>
              <a:ahLst/>
              <a:cxnLst/>
              <a:rect l="l" t="t" r="r" b="b"/>
              <a:pathLst>
                <a:path w="2792" h="526" extrusionOk="0">
                  <a:moveTo>
                    <a:pt x="263" y="1"/>
                  </a:moveTo>
                  <a:cubicBezTo>
                    <a:pt x="120" y="1"/>
                    <a:pt x="1" y="120"/>
                    <a:pt x="1" y="263"/>
                  </a:cubicBezTo>
                  <a:cubicBezTo>
                    <a:pt x="1" y="406"/>
                    <a:pt x="120" y="526"/>
                    <a:pt x="263" y="526"/>
                  </a:cubicBezTo>
                  <a:lnTo>
                    <a:pt x="2529" y="526"/>
                  </a:lnTo>
                  <a:cubicBezTo>
                    <a:pt x="2672" y="526"/>
                    <a:pt x="2791" y="406"/>
                    <a:pt x="2791" y="263"/>
                  </a:cubicBezTo>
                  <a:cubicBezTo>
                    <a:pt x="2791" y="120"/>
                    <a:pt x="2672" y="1"/>
                    <a:pt x="2529"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1"/>
            <p:cNvSpPr/>
            <p:nvPr/>
          </p:nvSpPr>
          <p:spPr>
            <a:xfrm flipH="1">
              <a:off x="1421005" y="3449290"/>
              <a:ext cx="183274" cy="42543"/>
            </a:xfrm>
            <a:custGeom>
              <a:avLst/>
              <a:gdLst/>
              <a:ahLst/>
              <a:cxnLst/>
              <a:rect l="l" t="t" r="r" b="b"/>
              <a:pathLst>
                <a:path w="2266" h="526" extrusionOk="0">
                  <a:moveTo>
                    <a:pt x="119" y="1"/>
                  </a:moveTo>
                  <a:cubicBezTo>
                    <a:pt x="24" y="72"/>
                    <a:pt x="0" y="120"/>
                    <a:pt x="0" y="239"/>
                  </a:cubicBezTo>
                  <a:cubicBezTo>
                    <a:pt x="0" y="406"/>
                    <a:pt x="119" y="525"/>
                    <a:pt x="262" y="525"/>
                  </a:cubicBezTo>
                  <a:lnTo>
                    <a:pt x="1980" y="525"/>
                  </a:lnTo>
                  <a:cubicBezTo>
                    <a:pt x="2147" y="525"/>
                    <a:pt x="2266" y="406"/>
                    <a:pt x="2266" y="239"/>
                  </a:cubicBezTo>
                  <a:cubicBezTo>
                    <a:pt x="2266" y="120"/>
                    <a:pt x="2242" y="48"/>
                    <a:pt x="2147"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1"/>
            <p:cNvSpPr/>
            <p:nvPr/>
          </p:nvSpPr>
          <p:spPr>
            <a:xfrm flipH="1">
              <a:off x="1380482" y="3449290"/>
              <a:ext cx="407069" cy="1327241"/>
            </a:xfrm>
            <a:custGeom>
              <a:avLst/>
              <a:gdLst/>
              <a:ahLst/>
              <a:cxnLst/>
              <a:rect l="l" t="t" r="r" b="b"/>
              <a:pathLst>
                <a:path w="5033" h="16410" extrusionOk="0">
                  <a:moveTo>
                    <a:pt x="4174" y="1"/>
                  </a:moveTo>
                  <a:lnTo>
                    <a:pt x="0" y="16410"/>
                  </a:lnTo>
                  <a:lnTo>
                    <a:pt x="1050" y="16410"/>
                  </a:lnTo>
                  <a:lnTo>
                    <a:pt x="5033"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1"/>
            <p:cNvSpPr/>
            <p:nvPr/>
          </p:nvSpPr>
          <p:spPr>
            <a:xfrm flipH="1">
              <a:off x="765154" y="3449290"/>
              <a:ext cx="513184" cy="1327241"/>
            </a:xfrm>
            <a:custGeom>
              <a:avLst/>
              <a:gdLst/>
              <a:ahLst/>
              <a:cxnLst/>
              <a:rect l="l" t="t" r="r" b="b"/>
              <a:pathLst>
                <a:path w="6345" h="16410" extrusionOk="0">
                  <a:moveTo>
                    <a:pt x="1" y="1"/>
                  </a:moveTo>
                  <a:lnTo>
                    <a:pt x="5415" y="16410"/>
                  </a:lnTo>
                  <a:lnTo>
                    <a:pt x="6345" y="16410"/>
                  </a:lnTo>
                  <a:lnTo>
                    <a:pt x="859"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1"/>
            <p:cNvSpPr/>
            <p:nvPr/>
          </p:nvSpPr>
          <p:spPr>
            <a:xfrm flipH="1">
              <a:off x="1195270" y="3449290"/>
              <a:ext cx="339615" cy="38661"/>
            </a:xfrm>
            <a:custGeom>
              <a:avLst/>
              <a:gdLst/>
              <a:ahLst/>
              <a:cxnLst/>
              <a:rect l="l" t="t" r="r" b="b"/>
              <a:pathLst>
                <a:path w="4199" h="478" extrusionOk="0">
                  <a:moveTo>
                    <a:pt x="1" y="1"/>
                  </a:moveTo>
                  <a:lnTo>
                    <a:pt x="1" y="478"/>
                  </a:lnTo>
                  <a:lnTo>
                    <a:pt x="4198" y="478"/>
                  </a:lnTo>
                  <a:lnTo>
                    <a:pt x="4031"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8" name="Google Shape;958;p41"/>
            <p:cNvGrpSpPr/>
            <p:nvPr/>
          </p:nvGrpSpPr>
          <p:grpSpPr>
            <a:xfrm rot="-322248">
              <a:off x="1765324" y="2497242"/>
              <a:ext cx="1609460" cy="718957"/>
              <a:chOff x="1715731" y="2610679"/>
              <a:chExt cx="1609476" cy="718964"/>
            </a:xfrm>
          </p:grpSpPr>
          <p:sp>
            <p:nvSpPr>
              <p:cNvPr id="959" name="Google Shape;959;p41"/>
              <p:cNvSpPr/>
              <p:nvPr/>
            </p:nvSpPr>
            <p:spPr>
              <a:xfrm>
                <a:off x="1715731" y="2610679"/>
                <a:ext cx="1609476" cy="718964"/>
              </a:xfrm>
              <a:custGeom>
                <a:avLst/>
                <a:gdLst/>
                <a:ahLst/>
                <a:cxnLst/>
                <a:rect l="l" t="t" r="r" b="b"/>
                <a:pathLst>
                  <a:path w="38495" h="17197" extrusionOk="0">
                    <a:moveTo>
                      <a:pt x="454" y="1"/>
                    </a:moveTo>
                    <a:cubicBezTo>
                      <a:pt x="215" y="1"/>
                      <a:pt x="24" y="168"/>
                      <a:pt x="24" y="406"/>
                    </a:cubicBezTo>
                    <a:lnTo>
                      <a:pt x="24" y="16768"/>
                    </a:lnTo>
                    <a:cubicBezTo>
                      <a:pt x="1" y="17006"/>
                      <a:pt x="215" y="17197"/>
                      <a:pt x="454" y="17197"/>
                    </a:cubicBezTo>
                    <a:lnTo>
                      <a:pt x="38066" y="17197"/>
                    </a:lnTo>
                    <a:cubicBezTo>
                      <a:pt x="38304" y="17197"/>
                      <a:pt x="38495" y="17006"/>
                      <a:pt x="38495" y="16768"/>
                    </a:cubicBezTo>
                    <a:lnTo>
                      <a:pt x="38495" y="406"/>
                    </a:lnTo>
                    <a:cubicBezTo>
                      <a:pt x="38495" y="168"/>
                      <a:pt x="38304" y="1"/>
                      <a:pt x="380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1"/>
              <p:cNvSpPr/>
              <p:nvPr/>
            </p:nvSpPr>
            <p:spPr>
              <a:xfrm>
                <a:off x="2217322" y="2747303"/>
                <a:ext cx="351037" cy="13002"/>
              </a:xfrm>
              <a:custGeom>
                <a:avLst/>
                <a:gdLst/>
                <a:ahLst/>
                <a:cxnLst/>
                <a:rect l="l" t="t" r="r" b="b"/>
                <a:pathLst>
                  <a:path w="8396" h="311" extrusionOk="0">
                    <a:moveTo>
                      <a:pt x="143" y="0"/>
                    </a:moveTo>
                    <a:cubicBezTo>
                      <a:pt x="48" y="0"/>
                      <a:pt x="0" y="72"/>
                      <a:pt x="0" y="143"/>
                    </a:cubicBezTo>
                    <a:cubicBezTo>
                      <a:pt x="0" y="239"/>
                      <a:pt x="48" y="310"/>
                      <a:pt x="143" y="310"/>
                    </a:cubicBezTo>
                    <a:lnTo>
                      <a:pt x="8252" y="310"/>
                    </a:lnTo>
                    <a:cubicBezTo>
                      <a:pt x="8348" y="310"/>
                      <a:pt x="8396" y="239"/>
                      <a:pt x="8396" y="143"/>
                    </a:cubicBezTo>
                    <a:cubicBezTo>
                      <a:pt x="8396" y="72"/>
                      <a:pt x="8348" y="0"/>
                      <a:pt x="8252" y="0"/>
                    </a:cubicBezTo>
                    <a:close/>
                  </a:path>
                </a:pathLst>
              </a:cu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1"/>
              <p:cNvSpPr/>
              <p:nvPr/>
            </p:nvSpPr>
            <p:spPr>
              <a:xfrm>
                <a:off x="2210340" y="2914823"/>
                <a:ext cx="485665" cy="11999"/>
              </a:xfrm>
              <a:custGeom>
                <a:avLst/>
                <a:gdLst/>
                <a:ahLst/>
                <a:cxnLst/>
                <a:rect l="l" t="t" r="r" b="b"/>
                <a:pathLst>
                  <a:path w="11616" h="287" extrusionOk="0">
                    <a:moveTo>
                      <a:pt x="167" y="0"/>
                    </a:moveTo>
                    <a:cubicBezTo>
                      <a:pt x="72" y="0"/>
                      <a:pt x="0" y="48"/>
                      <a:pt x="0" y="143"/>
                    </a:cubicBezTo>
                    <a:cubicBezTo>
                      <a:pt x="0" y="239"/>
                      <a:pt x="72" y="286"/>
                      <a:pt x="167" y="286"/>
                    </a:cubicBezTo>
                    <a:lnTo>
                      <a:pt x="11448" y="286"/>
                    </a:lnTo>
                    <a:cubicBezTo>
                      <a:pt x="11544" y="286"/>
                      <a:pt x="11615" y="239"/>
                      <a:pt x="11615" y="143"/>
                    </a:cubicBezTo>
                    <a:cubicBezTo>
                      <a:pt x="11615" y="48"/>
                      <a:pt x="11544" y="0"/>
                      <a:pt x="11448" y="0"/>
                    </a:cubicBezTo>
                    <a:close/>
                  </a:path>
                </a:pathLst>
              </a:cu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1"/>
              <p:cNvSpPr/>
              <p:nvPr/>
            </p:nvSpPr>
            <p:spPr>
              <a:xfrm>
                <a:off x="2820594" y="2914823"/>
                <a:ext cx="322146" cy="11999"/>
              </a:xfrm>
              <a:custGeom>
                <a:avLst/>
                <a:gdLst/>
                <a:ahLst/>
                <a:cxnLst/>
                <a:rect l="l" t="t" r="r" b="b"/>
                <a:pathLst>
                  <a:path w="7705" h="287" extrusionOk="0">
                    <a:moveTo>
                      <a:pt x="144" y="0"/>
                    </a:moveTo>
                    <a:cubicBezTo>
                      <a:pt x="48" y="0"/>
                      <a:pt x="1" y="48"/>
                      <a:pt x="1" y="143"/>
                    </a:cubicBezTo>
                    <a:cubicBezTo>
                      <a:pt x="1" y="239"/>
                      <a:pt x="48" y="286"/>
                      <a:pt x="144" y="286"/>
                    </a:cubicBezTo>
                    <a:lnTo>
                      <a:pt x="7561" y="286"/>
                    </a:lnTo>
                    <a:cubicBezTo>
                      <a:pt x="7657" y="286"/>
                      <a:pt x="7704" y="239"/>
                      <a:pt x="7704" y="143"/>
                    </a:cubicBezTo>
                    <a:cubicBezTo>
                      <a:pt x="7704" y="48"/>
                      <a:pt x="7657" y="0"/>
                      <a:pt x="7561" y="0"/>
                    </a:cubicBezTo>
                    <a:close/>
                  </a:path>
                </a:pathLst>
              </a:cu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1"/>
              <p:cNvSpPr/>
              <p:nvPr/>
            </p:nvSpPr>
            <p:spPr>
              <a:xfrm>
                <a:off x="2533403" y="3131172"/>
                <a:ext cx="609339" cy="13002"/>
              </a:xfrm>
              <a:custGeom>
                <a:avLst/>
                <a:gdLst/>
                <a:ahLst/>
                <a:cxnLst/>
                <a:rect l="l" t="t" r="r" b="b"/>
                <a:pathLst>
                  <a:path w="14574" h="311" extrusionOk="0">
                    <a:moveTo>
                      <a:pt x="144" y="1"/>
                    </a:moveTo>
                    <a:cubicBezTo>
                      <a:pt x="72" y="1"/>
                      <a:pt x="1" y="72"/>
                      <a:pt x="1" y="144"/>
                    </a:cubicBezTo>
                    <a:cubicBezTo>
                      <a:pt x="1" y="239"/>
                      <a:pt x="72" y="311"/>
                      <a:pt x="144" y="311"/>
                    </a:cubicBezTo>
                    <a:lnTo>
                      <a:pt x="14430" y="311"/>
                    </a:lnTo>
                    <a:cubicBezTo>
                      <a:pt x="14526" y="311"/>
                      <a:pt x="14573" y="239"/>
                      <a:pt x="14573" y="144"/>
                    </a:cubicBezTo>
                    <a:cubicBezTo>
                      <a:pt x="14573" y="72"/>
                      <a:pt x="14526" y="1"/>
                      <a:pt x="14430" y="1"/>
                    </a:cubicBezTo>
                    <a:close/>
                  </a:path>
                </a:pathLst>
              </a:cu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1"/>
              <p:cNvSpPr/>
              <p:nvPr/>
            </p:nvSpPr>
            <p:spPr>
              <a:xfrm>
                <a:off x="2658080" y="3027491"/>
                <a:ext cx="484662" cy="13002"/>
              </a:xfrm>
              <a:custGeom>
                <a:avLst/>
                <a:gdLst/>
                <a:ahLst/>
                <a:cxnLst/>
                <a:rect l="l" t="t" r="r" b="b"/>
                <a:pathLst>
                  <a:path w="11592" h="311" extrusionOk="0">
                    <a:moveTo>
                      <a:pt x="143" y="0"/>
                    </a:moveTo>
                    <a:cubicBezTo>
                      <a:pt x="72" y="0"/>
                      <a:pt x="0" y="72"/>
                      <a:pt x="0" y="167"/>
                    </a:cubicBezTo>
                    <a:cubicBezTo>
                      <a:pt x="0" y="239"/>
                      <a:pt x="72" y="310"/>
                      <a:pt x="143" y="310"/>
                    </a:cubicBezTo>
                    <a:lnTo>
                      <a:pt x="11448" y="310"/>
                    </a:lnTo>
                    <a:cubicBezTo>
                      <a:pt x="11544" y="310"/>
                      <a:pt x="11591" y="215"/>
                      <a:pt x="11591" y="167"/>
                    </a:cubicBezTo>
                    <a:cubicBezTo>
                      <a:pt x="11591" y="72"/>
                      <a:pt x="11544" y="0"/>
                      <a:pt x="11448" y="0"/>
                    </a:cubicBezTo>
                    <a:close/>
                  </a:path>
                </a:pathLst>
              </a:cu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1"/>
              <p:cNvSpPr/>
              <p:nvPr/>
            </p:nvSpPr>
            <p:spPr>
              <a:xfrm>
                <a:off x="2210340" y="3027491"/>
                <a:ext cx="323108" cy="13002"/>
              </a:xfrm>
              <a:custGeom>
                <a:avLst/>
                <a:gdLst/>
                <a:ahLst/>
                <a:cxnLst/>
                <a:rect l="l" t="t" r="r" b="b"/>
                <a:pathLst>
                  <a:path w="7728" h="311" extrusionOk="0">
                    <a:moveTo>
                      <a:pt x="167" y="0"/>
                    </a:moveTo>
                    <a:cubicBezTo>
                      <a:pt x="72" y="0"/>
                      <a:pt x="0" y="72"/>
                      <a:pt x="0" y="167"/>
                    </a:cubicBezTo>
                    <a:cubicBezTo>
                      <a:pt x="0" y="239"/>
                      <a:pt x="72" y="310"/>
                      <a:pt x="167" y="310"/>
                    </a:cubicBezTo>
                    <a:lnTo>
                      <a:pt x="7585" y="310"/>
                    </a:lnTo>
                    <a:cubicBezTo>
                      <a:pt x="7680" y="310"/>
                      <a:pt x="7728" y="215"/>
                      <a:pt x="7728" y="167"/>
                    </a:cubicBezTo>
                    <a:cubicBezTo>
                      <a:pt x="7728" y="72"/>
                      <a:pt x="7680" y="0"/>
                      <a:pt x="7585" y="0"/>
                    </a:cubicBezTo>
                    <a:close/>
                  </a:path>
                </a:pathLst>
              </a:cu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1"/>
              <p:cNvSpPr/>
              <p:nvPr/>
            </p:nvSpPr>
            <p:spPr>
              <a:xfrm>
                <a:off x="2210340" y="3131172"/>
                <a:ext cx="203447" cy="13002"/>
              </a:xfrm>
              <a:custGeom>
                <a:avLst/>
                <a:gdLst/>
                <a:ahLst/>
                <a:cxnLst/>
                <a:rect l="l" t="t" r="r" b="b"/>
                <a:pathLst>
                  <a:path w="4866" h="311" extrusionOk="0">
                    <a:moveTo>
                      <a:pt x="167" y="1"/>
                    </a:moveTo>
                    <a:cubicBezTo>
                      <a:pt x="72" y="1"/>
                      <a:pt x="0" y="72"/>
                      <a:pt x="0" y="144"/>
                    </a:cubicBezTo>
                    <a:cubicBezTo>
                      <a:pt x="0" y="239"/>
                      <a:pt x="72" y="311"/>
                      <a:pt x="167" y="311"/>
                    </a:cubicBezTo>
                    <a:lnTo>
                      <a:pt x="4723" y="311"/>
                    </a:lnTo>
                    <a:cubicBezTo>
                      <a:pt x="4818" y="311"/>
                      <a:pt x="4866" y="239"/>
                      <a:pt x="4866" y="144"/>
                    </a:cubicBezTo>
                    <a:cubicBezTo>
                      <a:pt x="4866" y="72"/>
                      <a:pt x="4818" y="1"/>
                      <a:pt x="4723" y="1"/>
                    </a:cubicBezTo>
                    <a:close/>
                  </a:path>
                </a:pathLst>
              </a:cu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1"/>
              <p:cNvSpPr/>
              <p:nvPr/>
            </p:nvSpPr>
            <p:spPr>
              <a:xfrm>
                <a:off x="1884266" y="2833049"/>
                <a:ext cx="81780" cy="83782"/>
              </a:xfrm>
              <a:custGeom>
                <a:avLst/>
                <a:gdLst/>
                <a:ahLst/>
                <a:cxnLst/>
                <a:rect l="l" t="t" r="r" b="b"/>
                <a:pathLst>
                  <a:path w="1956" h="2004" extrusionOk="0">
                    <a:moveTo>
                      <a:pt x="692" y="0"/>
                    </a:moveTo>
                    <a:cubicBezTo>
                      <a:pt x="286" y="0"/>
                      <a:pt x="0" y="310"/>
                      <a:pt x="0" y="692"/>
                    </a:cubicBezTo>
                    <a:lnTo>
                      <a:pt x="0" y="1884"/>
                    </a:lnTo>
                    <a:cubicBezTo>
                      <a:pt x="0" y="1956"/>
                      <a:pt x="48" y="2004"/>
                      <a:pt x="119" y="2004"/>
                    </a:cubicBezTo>
                    <a:cubicBezTo>
                      <a:pt x="167" y="2004"/>
                      <a:pt x="239" y="1956"/>
                      <a:pt x="239" y="1884"/>
                    </a:cubicBezTo>
                    <a:lnTo>
                      <a:pt x="239" y="692"/>
                    </a:lnTo>
                    <a:cubicBezTo>
                      <a:pt x="239" y="453"/>
                      <a:pt x="406" y="239"/>
                      <a:pt x="692" y="239"/>
                    </a:cubicBezTo>
                    <a:lnTo>
                      <a:pt x="1384" y="239"/>
                    </a:lnTo>
                    <a:cubicBezTo>
                      <a:pt x="1574" y="239"/>
                      <a:pt x="1717" y="406"/>
                      <a:pt x="1717" y="573"/>
                    </a:cubicBezTo>
                    <a:lnTo>
                      <a:pt x="1717" y="1884"/>
                    </a:lnTo>
                    <a:cubicBezTo>
                      <a:pt x="1717" y="1956"/>
                      <a:pt x="1789" y="2004"/>
                      <a:pt x="1837" y="2004"/>
                    </a:cubicBezTo>
                    <a:cubicBezTo>
                      <a:pt x="1908" y="2004"/>
                      <a:pt x="1932" y="1956"/>
                      <a:pt x="1956" y="1884"/>
                    </a:cubicBezTo>
                    <a:lnTo>
                      <a:pt x="1956" y="573"/>
                    </a:lnTo>
                    <a:cubicBezTo>
                      <a:pt x="1956" y="239"/>
                      <a:pt x="1694" y="0"/>
                      <a:pt x="14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1"/>
              <p:cNvSpPr/>
              <p:nvPr/>
            </p:nvSpPr>
            <p:spPr>
              <a:xfrm>
                <a:off x="1761596" y="2797137"/>
                <a:ext cx="314160" cy="314142"/>
              </a:xfrm>
              <a:custGeom>
                <a:avLst/>
                <a:gdLst/>
                <a:ahLst/>
                <a:cxnLst/>
                <a:rect l="l" t="t" r="r" b="b"/>
                <a:pathLst>
                  <a:path w="7514" h="7514" extrusionOk="0">
                    <a:moveTo>
                      <a:pt x="3769" y="1"/>
                    </a:moveTo>
                    <a:cubicBezTo>
                      <a:pt x="1694" y="1"/>
                      <a:pt x="1" y="1694"/>
                      <a:pt x="1" y="3745"/>
                    </a:cubicBezTo>
                    <a:cubicBezTo>
                      <a:pt x="1" y="5820"/>
                      <a:pt x="1694" y="7514"/>
                      <a:pt x="3769" y="7514"/>
                    </a:cubicBezTo>
                    <a:cubicBezTo>
                      <a:pt x="5844" y="7514"/>
                      <a:pt x="7514" y="5820"/>
                      <a:pt x="7514" y="3745"/>
                    </a:cubicBezTo>
                    <a:cubicBezTo>
                      <a:pt x="7514" y="1694"/>
                      <a:pt x="5844" y="1"/>
                      <a:pt x="3769"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1"/>
              <p:cNvSpPr/>
              <p:nvPr/>
            </p:nvSpPr>
            <p:spPr>
              <a:xfrm>
                <a:off x="1836394" y="2874939"/>
                <a:ext cx="173553" cy="174505"/>
              </a:xfrm>
              <a:custGeom>
                <a:avLst/>
                <a:gdLst/>
                <a:ahLst/>
                <a:cxnLst/>
                <a:rect l="l" t="t" r="r" b="b"/>
                <a:pathLst>
                  <a:path w="4151" h="4174" extrusionOk="0">
                    <a:moveTo>
                      <a:pt x="3387" y="191"/>
                    </a:moveTo>
                    <a:cubicBezTo>
                      <a:pt x="3435" y="191"/>
                      <a:pt x="3459" y="215"/>
                      <a:pt x="3459" y="262"/>
                    </a:cubicBezTo>
                    <a:lnTo>
                      <a:pt x="3936" y="3840"/>
                    </a:lnTo>
                    <a:cubicBezTo>
                      <a:pt x="3936" y="3864"/>
                      <a:pt x="3912" y="3888"/>
                      <a:pt x="3912" y="3888"/>
                    </a:cubicBezTo>
                    <a:cubicBezTo>
                      <a:pt x="3912" y="3888"/>
                      <a:pt x="3888" y="3935"/>
                      <a:pt x="3864" y="3935"/>
                    </a:cubicBezTo>
                    <a:lnTo>
                      <a:pt x="334" y="3935"/>
                    </a:lnTo>
                    <a:cubicBezTo>
                      <a:pt x="310" y="3935"/>
                      <a:pt x="287" y="3888"/>
                      <a:pt x="287" y="3888"/>
                    </a:cubicBezTo>
                    <a:cubicBezTo>
                      <a:pt x="239" y="3888"/>
                      <a:pt x="239" y="3864"/>
                      <a:pt x="239" y="3840"/>
                    </a:cubicBezTo>
                    <a:lnTo>
                      <a:pt x="716" y="262"/>
                    </a:lnTo>
                    <a:cubicBezTo>
                      <a:pt x="764" y="239"/>
                      <a:pt x="787" y="191"/>
                      <a:pt x="811" y="191"/>
                    </a:cubicBezTo>
                    <a:close/>
                    <a:moveTo>
                      <a:pt x="811" y="0"/>
                    </a:moveTo>
                    <a:cubicBezTo>
                      <a:pt x="668" y="0"/>
                      <a:pt x="549" y="119"/>
                      <a:pt x="525" y="262"/>
                    </a:cubicBezTo>
                    <a:lnTo>
                      <a:pt x="48" y="3840"/>
                    </a:lnTo>
                    <a:cubicBezTo>
                      <a:pt x="0" y="3935"/>
                      <a:pt x="48" y="4007"/>
                      <a:pt x="96" y="4078"/>
                    </a:cubicBezTo>
                    <a:cubicBezTo>
                      <a:pt x="144" y="4126"/>
                      <a:pt x="239" y="4174"/>
                      <a:pt x="334" y="4174"/>
                    </a:cubicBezTo>
                    <a:lnTo>
                      <a:pt x="3864" y="4174"/>
                    </a:lnTo>
                    <a:cubicBezTo>
                      <a:pt x="3936" y="4174"/>
                      <a:pt x="4031" y="4126"/>
                      <a:pt x="4103" y="4078"/>
                    </a:cubicBezTo>
                    <a:cubicBezTo>
                      <a:pt x="4150" y="4007"/>
                      <a:pt x="4150" y="3935"/>
                      <a:pt x="4150" y="3840"/>
                    </a:cubicBezTo>
                    <a:lnTo>
                      <a:pt x="3673" y="262"/>
                    </a:lnTo>
                    <a:cubicBezTo>
                      <a:pt x="3650" y="119"/>
                      <a:pt x="3530" y="0"/>
                      <a:pt x="3387" y="0"/>
                    </a:cubicBezTo>
                    <a:close/>
                  </a:path>
                </a:pathLst>
              </a:custGeom>
              <a:solidFill>
                <a:srgbClr val="FFFFFF"/>
              </a:solidFill>
              <a:ln w="9525" cap="flat" cmpd="sng">
                <a:solidFill>
                  <a:srgbClr val="F2F2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1"/>
              <p:cNvSpPr/>
              <p:nvPr/>
            </p:nvSpPr>
            <p:spPr>
              <a:xfrm>
                <a:off x="1883263" y="2931754"/>
                <a:ext cx="82784" cy="9992"/>
              </a:xfrm>
              <a:custGeom>
                <a:avLst/>
                <a:gdLst/>
                <a:ahLst/>
                <a:cxnLst/>
                <a:rect l="l" t="t" r="r" b="b"/>
                <a:pathLst>
                  <a:path w="1980" h="239" extrusionOk="0">
                    <a:moveTo>
                      <a:pt x="120" y="0"/>
                    </a:moveTo>
                    <a:cubicBezTo>
                      <a:pt x="48" y="0"/>
                      <a:pt x="0" y="72"/>
                      <a:pt x="0" y="120"/>
                    </a:cubicBezTo>
                    <a:cubicBezTo>
                      <a:pt x="0" y="191"/>
                      <a:pt x="48" y="239"/>
                      <a:pt x="120" y="239"/>
                    </a:cubicBezTo>
                    <a:lnTo>
                      <a:pt x="1861" y="239"/>
                    </a:lnTo>
                    <a:cubicBezTo>
                      <a:pt x="1932" y="239"/>
                      <a:pt x="1956" y="191"/>
                      <a:pt x="1980" y="120"/>
                    </a:cubicBezTo>
                    <a:cubicBezTo>
                      <a:pt x="1980" y="72"/>
                      <a:pt x="1932" y="0"/>
                      <a:pt x="1861" y="0"/>
                    </a:cubicBezTo>
                    <a:close/>
                  </a:path>
                </a:pathLst>
              </a:custGeom>
              <a:solidFill>
                <a:srgbClr val="FFFFFF"/>
              </a:solidFill>
              <a:ln w="9525" cap="flat" cmpd="sng">
                <a:solidFill>
                  <a:srgbClr val="F2F2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1" name="Google Shape;971;p41"/>
            <p:cNvSpPr/>
            <p:nvPr/>
          </p:nvSpPr>
          <p:spPr>
            <a:xfrm flipH="1">
              <a:off x="1494281" y="2119478"/>
              <a:ext cx="212229" cy="286558"/>
            </a:xfrm>
            <a:custGeom>
              <a:avLst/>
              <a:gdLst/>
              <a:ahLst/>
              <a:cxnLst/>
              <a:rect l="l" t="t" r="r" b="b"/>
              <a:pathLst>
                <a:path w="2624" h="3543" extrusionOk="0">
                  <a:moveTo>
                    <a:pt x="477" y="1"/>
                  </a:moveTo>
                  <a:cubicBezTo>
                    <a:pt x="351" y="1"/>
                    <a:pt x="229" y="58"/>
                    <a:pt x="119" y="200"/>
                  </a:cubicBezTo>
                  <a:cubicBezTo>
                    <a:pt x="0" y="343"/>
                    <a:pt x="0" y="534"/>
                    <a:pt x="48" y="677"/>
                  </a:cubicBezTo>
                  <a:cubicBezTo>
                    <a:pt x="191" y="1345"/>
                    <a:pt x="1598" y="3420"/>
                    <a:pt x="1598" y="3420"/>
                  </a:cubicBezTo>
                  <a:cubicBezTo>
                    <a:pt x="1598" y="3420"/>
                    <a:pt x="2248" y="3542"/>
                    <a:pt x="2423" y="3542"/>
                  </a:cubicBezTo>
                  <a:cubicBezTo>
                    <a:pt x="2438" y="3542"/>
                    <a:pt x="2449" y="3541"/>
                    <a:pt x="2457" y="3539"/>
                  </a:cubicBezTo>
                  <a:cubicBezTo>
                    <a:pt x="2457" y="3539"/>
                    <a:pt x="2624" y="3253"/>
                    <a:pt x="2600" y="2943"/>
                  </a:cubicBezTo>
                  <a:cubicBezTo>
                    <a:pt x="2552" y="2538"/>
                    <a:pt x="2361" y="2108"/>
                    <a:pt x="2147" y="1727"/>
                  </a:cubicBezTo>
                  <a:cubicBezTo>
                    <a:pt x="1980" y="1417"/>
                    <a:pt x="1765" y="1131"/>
                    <a:pt x="1526" y="820"/>
                  </a:cubicBezTo>
                  <a:cubicBezTo>
                    <a:pt x="1361" y="637"/>
                    <a:pt x="899" y="1"/>
                    <a:pt x="477"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1"/>
            <p:cNvSpPr/>
            <p:nvPr/>
          </p:nvSpPr>
          <p:spPr>
            <a:xfrm flipH="1">
              <a:off x="1698744" y="2482867"/>
              <a:ext cx="133209" cy="118408"/>
            </a:xfrm>
            <a:custGeom>
              <a:avLst/>
              <a:gdLst/>
              <a:ahLst/>
              <a:cxnLst/>
              <a:rect l="l" t="t" r="r" b="b"/>
              <a:pathLst>
                <a:path w="1647" h="1464" extrusionOk="0">
                  <a:moveTo>
                    <a:pt x="1360" y="0"/>
                  </a:moveTo>
                  <a:lnTo>
                    <a:pt x="549" y="215"/>
                  </a:lnTo>
                  <a:cubicBezTo>
                    <a:pt x="525" y="215"/>
                    <a:pt x="478" y="239"/>
                    <a:pt x="454" y="263"/>
                  </a:cubicBezTo>
                  <a:lnTo>
                    <a:pt x="1" y="1312"/>
                  </a:lnTo>
                  <a:lnTo>
                    <a:pt x="1" y="1360"/>
                  </a:lnTo>
                  <a:cubicBezTo>
                    <a:pt x="1" y="1433"/>
                    <a:pt x="56" y="1464"/>
                    <a:pt x="125" y="1464"/>
                  </a:cubicBezTo>
                  <a:cubicBezTo>
                    <a:pt x="147" y="1464"/>
                    <a:pt x="169" y="1461"/>
                    <a:pt x="192" y="1455"/>
                  </a:cubicBezTo>
                  <a:lnTo>
                    <a:pt x="311" y="1408"/>
                  </a:lnTo>
                  <a:cubicBezTo>
                    <a:pt x="335" y="1408"/>
                    <a:pt x="335" y="1384"/>
                    <a:pt x="358" y="1336"/>
                  </a:cubicBezTo>
                  <a:lnTo>
                    <a:pt x="525" y="978"/>
                  </a:lnTo>
                  <a:cubicBezTo>
                    <a:pt x="525" y="954"/>
                    <a:pt x="549" y="954"/>
                    <a:pt x="573" y="931"/>
                  </a:cubicBezTo>
                  <a:cubicBezTo>
                    <a:pt x="716" y="859"/>
                    <a:pt x="1193" y="692"/>
                    <a:pt x="1599" y="454"/>
                  </a:cubicBezTo>
                  <a:cubicBezTo>
                    <a:pt x="1646" y="430"/>
                    <a:pt x="1646" y="358"/>
                    <a:pt x="1623" y="311"/>
                  </a:cubicBezTo>
                  <a:lnTo>
                    <a:pt x="1432"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1"/>
            <p:cNvSpPr/>
            <p:nvPr/>
          </p:nvSpPr>
          <p:spPr>
            <a:xfrm flipH="1">
              <a:off x="1505846" y="2361872"/>
              <a:ext cx="250890" cy="181009"/>
            </a:xfrm>
            <a:custGeom>
              <a:avLst/>
              <a:gdLst/>
              <a:ahLst/>
              <a:cxnLst/>
              <a:rect l="l" t="t" r="r" b="b"/>
              <a:pathLst>
                <a:path w="3102" h="2238" extrusionOk="0">
                  <a:moveTo>
                    <a:pt x="2444" y="0"/>
                  </a:moveTo>
                  <a:cubicBezTo>
                    <a:pt x="2380" y="0"/>
                    <a:pt x="2313" y="13"/>
                    <a:pt x="2243" y="42"/>
                  </a:cubicBezTo>
                  <a:cubicBezTo>
                    <a:pt x="1694" y="256"/>
                    <a:pt x="1456" y="614"/>
                    <a:pt x="1" y="1449"/>
                  </a:cubicBezTo>
                  <a:lnTo>
                    <a:pt x="502" y="2236"/>
                  </a:lnTo>
                  <a:cubicBezTo>
                    <a:pt x="502" y="2237"/>
                    <a:pt x="503" y="2237"/>
                    <a:pt x="505" y="2237"/>
                  </a:cubicBezTo>
                  <a:cubicBezTo>
                    <a:pt x="597" y="2237"/>
                    <a:pt x="2868" y="1126"/>
                    <a:pt x="3101" y="519"/>
                  </a:cubicBezTo>
                  <a:cubicBezTo>
                    <a:pt x="3101" y="519"/>
                    <a:pt x="2851" y="0"/>
                    <a:pt x="2444"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1" name="صورة 100"/>
          <p:cNvPicPr>
            <a:picLocks noChangeAspect="1"/>
          </p:cNvPicPr>
          <p:nvPr/>
        </p:nvPicPr>
        <p:blipFill>
          <a:blip r:embed="rId3">
            <a:extLst>
              <a:ext uri="{BEBA8EAE-BF5A-486C-A8C5-ECC9F3942E4B}">
                <a14:imgProps xmlns:a14="http://schemas.microsoft.com/office/drawing/2010/main">
                  <a14:imgLayer r:embed="rId4">
                    <a14:imgEffect>
                      <a14:backgroundRemoval t="2151" b="96237" l="2128" r="96809">
                        <a14:foregroundMark x1="33511" y1="17204" x2="33511" y2="17204"/>
                        <a14:foregroundMark x1="26064" y1="24194" x2="26064" y2="24194"/>
                        <a14:foregroundMark x1="20745" y1="34946" x2="20745" y2="34946"/>
                        <a14:foregroundMark x1="21277" y1="16667" x2="21277" y2="16667"/>
                        <a14:foregroundMark x1="22340" y1="13441" x2="22340" y2="13441"/>
                        <a14:foregroundMark x1="7979" y1="47849" x2="7979" y2="47849"/>
                        <a14:foregroundMark x1="60638" y1="53763" x2="60638" y2="53763"/>
                        <a14:foregroundMark x1="53191" y1="61290" x2="53191" y2="61290"/>
                        <a14:foregroundMark x1="46809" y1="65591" x2="46809" y2="65591"/>
                        <a14:foregroundMark x1="42021" y1="55914" x2="42021" y2="55914"/>
                        <a14:foregroundMark x1="84574" y1="51075" x2="84574" y2="51075"/>
                        <a14:foregroundMark x1="89894" y1="48387" x2="89894" y2="48387"/>
                        <a14:foregroundMark x1="77660" y1="34946" x2="77660" y2="34946"/>
                        <a14:foregroundMark x1="77660" y1="40860" x2="77660" y2="40860"/>
                        <a14:foregroundMark x1="67553" y1="23118" x2="67553" y2="23118"/>
                        <a14:foregroundMark x1="30319" y1="15054" x2="30319" y2="15054"/>
                        <a14:foregroundMark x1="32979" y1="11290" x2="32979" y2="11290"/>
                        <a14:foregroundMark x1="38830" y1="10753" x2="38830" y2="10753"/>
                        <a14:foregroundMark x1="38830" y1="8602" x2="38830" y2="8602"/>
                        <a14:foregroundMark x1="58511" y1="8602" x2="58511" y2="8602"/>
                        <a14:foregroundMark x1="65957" y1="6452" x2="65957" y2="6452"/>
                        <a14:foregroundMark x1="68617" y1="9677" x2="68617" y2="9677"/>
                        <a14:foregroundMark x1="69149" y1="7527" x2="69149" y2="7527"/>
                        <a14:foregroundMark x1="72340" y1="8602" x2="72340" y2="8602"/>
                        <a14:foregroundMark x1="74468" y1="9677" x2="74468" y2="9677"/>
                        <a14:foregroundMark x1="55319" y1="7527" x2="55319" y2="7527"/>
                        <a14:foregroundMark x1="51064" y1="6452" x2="51064" y2="6452"/>
                        <a14:foregroundMark x1="57979" y1="6452" x2="57979" y2="6452"/>
                        <a14:foregroundMark x1="87766" y1="55914" x2="87766" y2="55914"/>
                        <a14:foregroundMark x1="33511" y1="22043" x2="33511" y2="22043"/>
                        <a14:foregroundMark x1="19149" y1="45161" x2="19149" y2="45161"/>
                        <a14:foregroundMark x1="25532" y1="69892" x2="25532" y2="69892"/>
                        <a14:foregroundMark x1="20213" y1="65054" x2="20213" y2="65054"/>
                        <a14:foregroundMark x1="30851" y1="77419" x2="30851" y2="77419"/>
                        <a14:foregroundMark x1="37766" y1="80108" x2="37766" y2="80108"/>
                        <a14:foregroundMark x1="47872" y1="83333" x2="47872" y2="83333"/>
                        <a14:foregroundMark x1="59574" y1="81183" x2="59574" y2="81183"/>
                        <a14:foregroundMark x1="67021" y1="77957" x2="67021" y2="77957"/>
                        <a14:foregroundMark x1="75000" y1="69892" x2="75000" y2="69892"/>
                        <a14:foregroundMark x1="26064" y1="26882" x2="26064" y2="26882"/>
                        <a14:foregroundMark x1="24468" y1="27957" x2="24468" y2="27957"/>
                        <a14:foregroundMark x1="51064" y1="17742" x2="51064" y2="17742"/>
                        <a14:foregroundMark x1="74468" y1="16667" x2="74468" y2="16667"/>
                        <a14:foregroundMark x1="71277" y1="17204" x2="71277" y2="17204"/>
                        <a14:foregroundMark x1="71809" y1="12366" x2="71809" y2="12366"/>
                        <a14:foregroundMark x1="76064" y1="12366" x2="76064" y2="12366"/>
                        <a14:foregroundMark x1="77660" y1="15054" x2="77660" y2="15054"/>
                        <a14:foregroundMark x1="64362" y1="12903" x2="64362" y2="12903"/>
                        <a14:foregroundMark x1="64362" y1="10215" x2="64362" y2="10215"/>
                        <a14:foregroundMark x1="62234" y1="10215" x2="62234" y2="10215"/>
                        <a14:foregroundMark x1="56383" y1="11290" x2="56383" y2="11290"/>
                        <a14:foregroundMark x1="52128" y1="8602" x2="52128" y2="8602"/>
                        <a14:foregroundMark x1="47872" y1="10215" x2="47872" y2="10215"/>
                        <a14:foregroundMark x1="40426" y1="11290" x2="40426" y2="11290"/>
                        <a14:foregroundMark x1="37234" y1="12903" x2="37234" y2="12903"/>
                        <a14:foregroundMark x1="34574" y1="10215" x2="34574" y2="10215"/>
                        <a14:foregroundMark x1="32447" y1="13978" x2="32447" y2="13978"/>
                        <a14:foregroundMark x1="31383" y1="12366" x2="31383" y2="12366"/>
                        <a14:foregroundMark x1="28723" y1="13441" x2="28723" y2="13441"/>
                        <a14:foregroundMark x1="26596" y1="16667" x2="26596" y2="16667"/>
                        <a14:foregroundMark x1="23936" y1="18280" x2="23936" y2="18280"/>
                        <a14:foregroundMark x1="20745" y1="15591" x2="20745" y2="15591"/>
                        <a14:foregroundMark x1="25532" y1="13441" x2="25532" y2="13441"/>
                        <a14:foregroundMark x1="27660" y1="12366" x2="27660" y2="12366"/>
                        <a14:foregroundMark x1="27128" y1="16129" x2="27128" y2="16129"/>
                        <a14:foregroundMark x1="18617" y1="79032" x2="18617" y2="79032"/>
                        <a14:foregroundMark x1="17553" y1="77419" x2="17553" y2="77419"/>
                        <a14:foregroundMark x1="20745" y1="80645" x2="20745" y2="80645"/>
                        <a14:foregroundMark x1="23404" y1="82258" x2="23404" y2="82258"/>
                        <a14:foregroundMark x1="25532" y1="83871" x2="25532" y2="83871"/>
                        <a14:foregroundMark x1="28723" y1="86022" x2="28723" y2="86022"/>
                        <a14:foregroundMark x1="28723" y1="85484" x2="28723" y2="85484"/>
                        <a14:foregroundMark x1="30851" y1="87097" x2="30851" y2="87097"/>
                        <a14:foregroundMark x1="33511" y1="88172" x2="33511" y2="88172"/>
                        <a14:foregroundMark x1="37234" y1="89785" x2="37234" y2="89785"/>
                        <a14:foregroundMark x1="39894" y1="90860" x2="39894" y2="90860"/>
                        <a14:foregroundMark x1="42553" y1="90860" x2="42553" y2="90860"/>
                        <a14:foregroundMark x1="45213" y1="91398" x2="45213" y2="91398"/>
                        <a14:foregroundMark x1="50000" y1="90323" x2="50000" y2="90323"/>
                        <a14:foregroundMark x1="48404" y1="91398" x2="48404" y2="91398"/>
                        <a14:foregroundMark x1="54255" y1="90860" x2="54255" y2="90860"/>
                        <a14:foregroundMark x1="60106" y1="90323" x2="60106" y2="90323"/>
                        <a14:foregroundMark x1="56383" y1="91935" x2="56383" y2="91935"/>
                        <a14:foregroundMark x1="61702" y1="89785" x2="61702" y2="89785"/>
                        <a14:foregroundMark x1="65957" y1="88710" x2="65957" y2="88710"/>
                        <a14:foregroundMark x1="68617" y1="86559" x2="68617" y2="86559"/>
                        <a14:foregroundMark x1="71277" y1="84946" x2="71277" y2="84946"/>
                        <a14:foregroundMark x1="74468" y1="83871" x2="74468" y2="83871"/>
                        <a14:foregroundMark x1="80319" y1="77957" x2="80319" y2="77957"/>
                        <a14:foregroundMark x1="80319" y1="76882" x2="80319" y2="76882"/>
                        <a14:foregroundMark x1="77128" y1="79570" x2="77128" y2="79570"/>
                        <a14:foregroundMark x1="75000" y1="81720" x2="75000" y2="81720"/>
                        <a14:foregroundMark x1="69149" y1="87634" x2="69149" y2="87634"/>
                        <a14:foregroundMark x1="49468" y1="93548" x2="49468" y2="93548"/>
                        <a14:foregroundMark x1="37234" y1="88710" x2="37234" y2="88710"/>
                        <a14:foregroundMark x1="19149" y1="75806" x2="19149" y2="75806"/>
                        <a14:foregroundMark x1="45213" y1="5914" x2="45213" y2="5914"/>
                        <a14:foregroundMark x1="49468" y1="4839" x2="49468" y2="4839"/>
                        <a14:foregroundMark x1="41489" y1="6452" x2="41489" y2="6452"/>
                        <a14:foregroundMark x1="35638" y1="8602" x2="35638" y2="8602"/>
                        <a14:foregroundMark x1="53191" y1="5914" x2="53191" y2="5914"/>
                        <a14:foregroundMark x1="60638" y1="5914" x2="60638" y2="5914"/>
                        <a14:foregroundMark x1="57447" y1="12366" x2="57447" y2="12366"/>
                        <a14:foregroundMark x1="54787" y1="11290" x2="54787" y2="11290"/>
                        <a14:foregroundMark x1="51596" y1="10215" x2="51596" y2="10215"/>
                        <a14:foregroundMark x1="31383" y1="10215" x2="31383" y2="10215"/>
                        <a14:foregroundMark x1="30319" y1="10215" x2="30319" y2="10215"/>
                        <a14:foregroundMark x1="29787" y1="11828" x2="29787" y2="11828"/>
                        <a14:foregroundMark x1="33511" y1="8602" x2="33511" y2="8602"/>
                        <a14:foregroundMark x1="34574" y1="6989" x2="34574" y2="6989"/>
                        <a14:foregroundMark x1="36702" y1="6989" x2="36702" y2="6989"/>
                        <a14:foregroundMark x1="41489" y1="5914" x2="41489" y2="5914"/>
                        <a14:foregroundMark x1="42553" y1="5376" x2="42553" y2="5376"/>
                        <a14:backgroundMark x1="7447" y1="86022" x2="7447" y2="86022"/>
                        <a14:backgroundMark x1="5851" y1="80108" x2="5851" y2="80108"/>
                        <a14:backgroundMark x1="92553" y1="88710" x2="92553" y2="88710"/>
                        <a14:backgroundMark x1="82447" y1="93011" x2="82447" y2="93011"/>
                        <a14:backgroundMark x1="89894" y1="10753" x2="89894" y2="10753"/>
                        <a14:backgroundMark x1="6383" y1="7527" x2="6383" y2="7527"/>
                        <a14:backgroundMark x1="83511" y1="19892" x2="83511" y2="19892"/>
                        <a14:backgroundMark x1="82447" y1="17204" x2="82447" y2="17204"/>
                        <a14:backgroundMark x1="79787" y1="20968" x2="79787" y2="20968"/>
                        <a14:backgroundMark x1="75532" y1="22043" x2="75532" y2="22043"/>
                        <a14:backgroundMark x1="81383" y1="27419" x2="81383" y2="27419"/>
                        <a14:backgroundMark x1="79255" y1="27957" x2="79255" y2="27957"/>
                        <a14:backgroundMark x1="80851" y1="31720" x2="80851" y2="31720"/>
                        <a14:backgroundMark x1="88298" y1="31720" x2="88298" y2="31720"/>
                        <a14:backgroundMark x1="89362" y1="40323" x2="89362" y2="40323"/>
                        <a14:backgroundMark x1="53723" y1="12366" x2="53723" y2="12366"/>
                        <a14:backgroundMark x1="60638" y1="15591" x2="60638" y2="15591"/>
                        <a14:backgroundMark x1="37234" y1="15054" x2="37234" y2="15054"/>
                        <a14:backgroundMark x1="28723" y1="19355" x2="28723" y2="19355"/>
                        <a14:backgroundMark x1="31915" y1="17742" x2="31915" y2="17742"/>
                        <a14:backgroundMark x1="20213" y1="25806" x2="20213" y2="25806"/>
                        <a14:backgroundMark x1="22872" y1="24731" x2="22872" y2="24731"/>
                        <a14:backgroundMark x1="20745" y1="20968" x2="20745" y2="20968"/>
                        <a14:backgroundMark x1="13830" y1="25806" x2="13830" y2="25806"/>
                        <a14:backgroundMark x1="8511" y1="30108" x2="8511" y2="30108"/>
                        <a14:backgroundMark x1="11702" y1="33871" x2="11702" y2="33871"/>
                        <a14:backgroundMark x1="5319" y1="38710" x2="5319" y2="38710"/>
                        <a14:backgroundMark x1="13298" y1="66667" x2="13298" y2="66667"/>
                        <a14:backgroundMark x1="8511" y1="69355" x2="8511" y2="69355"/>
                        <a14:backgroundMark x1="4787" y1="62903" x2="4787" y2="62903"/>
                        <a14:backgroundMark x1="6915" y1="60215" x2="6915" y2="60215"/>
                        <a14:backgroundMark x1="12766" y1="60215" x2="12766" y2="60215"/>
                        <a14:backgroundMark x1="15957" y1="67742" x2="15957" y2="67742"/>
                        <a14:backgroundMark x1="14894" y1="73656" x2="14894" y2="73656"/>
                        <a14:backgroundMark x1="27660" y1="80108" x2="27660" y2="80108"/>
                        <a14:backgroundMark x1="73936" y1="80108" x2="73936" y2="80108"/>
                        <a14:backgroundMark x1="67553" y1="90860" x2="67553" y2="90860"/>
                        <a14:backgroundMark x1="62234" y1="93548" x2="62234" y2="93548"/>
                        <a14:backgroundMark x1="75532" y1="87097" x2="75532" y2="87097"/>
                        <a14:backgroundMark x1="84043" y1="79570" x2="84043" y2="79570"/>
                        <a14:backgroundMark x1="98936" y1="52151" x2="98936" y2="52151"/>
                        <a14:backgroundMark x1="94149" y1="51075" x2="94149" y2="51075"/>
                        <a14:backgroundMark x1="3723" y1="51613" x2="3723" y2="51613"/>
                        <a14:backgroundMark x1="48936" y1="88172" x2="48936" y2="88172"/>
                        <a14:backgroundMark x1="89362" y1="67204" x2="89362" y2="67204"/>
                        <a14:backgroundMark x1="38298" y1="82796" x2="38298" y2="82796"/>
                        <a14:backgroundMark x1="34574" y1="17742" x2="34574" y2="17742"/>
                        <a14:backgroundMark x1="29787" y1="21505" x2="29787" y2="21505"/>
                        <a14:backgroundMark x1="23936" y1="26882" x2="23936" y2="26882"/>
                        <a14:backgroundMark x1="25532" y1="25806" x2="25532" y2="25806"/>
                        <a14:backgroundMark x1="52660" y1="15591" x2="52660" y2="15591"/>
                        <a14:backgroundMark x1="49468" y1="15591" x2="49468" y2="15591"/>
                        <a14:backgroundMark x1="64362" y1="18817" x2="64362" y2="18817"/>
                        <a14:backgroundMark x1="82979" y1="40860" x2="82979" y2="40860"/>
                        <a14:backgroundMark x1="42021" y1="4301" x2="42021" y2="4301"/>
                        <a14:backgroundMark x1="30319" y1="8602" x2="30319" y2="8602"/>
                        <a14:backgroundMark x1="33511" y1="5376" x2="33511" y2="5376"/>
                        <a14:backgroundMark x1="52128" y1="3226" x2="52128" y2="3226"/>
                        <a14:backgroundMark x1="47872" y1="3226" x2="47872" y2="3226"/>
                        <a14:backgroundMark x1="69149" y1="6452" x2="69149" y2="6452"/>
                        <a14:backgroundMark x1="70213" y1="10215" x2="70213" y2="10215"/>
                        <a14:backgroundMark x1="72340" y1="8065" x2="72340" y2="8065"/>
                        <a14:backgroundMark x1="74468" y1="9677" x2="74468" y2="9677"/>
                        <a14:backgroundMark x1="44681" y1="97849" x2="44681" y2="97849"/>
                        <a14:backgroundMark x1="59574" y1="94086" x2="59574" y2="94086"/>
                        <a14:backgroundMark x1="58511" y1="97312" x2="58511" y2="97312"/>
                        <a14:backgroundMark x1="77128" y1="76882" x2="77128" y2="76882"/>
                        <a14:backgroundMark x1="80851" y1="82796" x2="80851" y2="82796"/>
                        <a14:backgroundMark x1="82979" y1="82258" x2="82979" y2="82258"/>
                        <a14:backgroundMark x1="82447" y1="75806" x2="82447" y2="75806"/>
                        <a14:backgroundMark x1="80319" y1="74194" x2="80319" y2="74194"/>
                        <a14:backgroundMark x1="78723" y1="75269" x2="78723" y2="75269"/>
                        <a14:backgroundMark x1="75532" y1="77957" x2="75532" y2="77957"/>
                      </a14:backgroundRemoval>
                    </a14:imgEffect>
                  </a14:imgLayer>
                </a14:imgProps>
              </a:ext>
              <a:ext uri="{28A0092B-C50C-407E-A947-70E740481C1C}">
                <a14:useLocalDpi xmlns:a14="http://schemas.microsoft.com/office/drawing/2010/main" val="0"/>
              </a:ext>
            </a:extLst>
          </a:blip>
          <a:stretch>
            <a:fillRect/>
          </a:stretch>
        </p:blipFill>
        <p:spPr>
          <a:xfrm>
            <a:off x="6012514" y="206648"/>
            <a:ext cx="1016936" cy="1006018"/>
          </a:xfrm>
          <a:prstGeom prst="rect">
            <a:avLst/>
          </a:prstGeom>
        </p:spPr>
      </p:pic>
      <p:pic>
        <p:nvPicPr>
          <p:cNvPr id="3" name="صورة 2"/>
          <p:cNvPicPr>
            <a:picLocks noChangeAspect="1"/>
          </p:cNvPicPr>
          <p:nvPr/>
        </p:nvPicPr>
        <p:blipFill>
          <a:blip r:embed="rId5"/>
          <a:stretch>
            <a:fillRect/>
          </a:stretch>
        </p:blipFill>
        <p:spPr>
          <a:xfrm>
            <a:off x="4228311" y="138241"/>
            <a:ext cx="1455279" cy="10042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42"/>
          <p:cNvSpPr txBox="1">
            <a:spLocks noGrp="1"/>
          </p:cNvSpPr>
          <p:nvPr>
            <p:ph type="title"/>
          </p:nvPr>
        </p:nvSpPr>
        <p:spPr>
          <a:xfrm>
            <a:off x="311700" y="384048"/>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panose="020B0604020202020204"/>
              <a:buNone/>
            </a:pPr>
            <a:r>
              <a:rPr lang="en-GB" sz="3200" dirty="0">
                <a:latin typeface="Cairo" pitchFamily="2" charset="-78"/>
                <a:ea typeface="Roboto" panose="020F0502020204030204" pitchFamily="2" charset="0"/>
                <a:cs typeface="Cairo" pitchFamily="2" charset="-78"/>
              </a:rPr>
              <a:t>Introduction</a:t>
            </a:r>
            <a:endParaRPr lang="en-GB" dirty="0">
              <a:latin typeface="Cairo" pitchFamily="2" charset="-78"/>
              <a:ea typeface="Roboto" panose="020F0502020204030204" pitchFamily="2" charset="0"/>
              <a:cs typeface="Cairo" pitchFamily="2" charset="-78"/>
            </a:endParaRPr>
          </a:p>
        </p:txBody>
      </p:sp>
      <p:sp>
        <p:nvSpPr>
          <p:cNvPr id="979" name="Google Shape;979;p42"/>
          <p:cNvSpPr txBox="1">
            <a:spLocks noGrp="1"/>
          </p:cNvSpPr>
          <p:nvPr>
            <p:ph type="body" idx="1"/>
          </p:nvPr>
        </p:nvSpPr>
        <p:spPr>
          <a:xfrm>
            <a:off x="999858" y="1099926"/>
            <a:ext cx="7028236" cy="3773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panose="020B0604020202020204"/>
              <a:buNone/>
            </a:pPr>
            <a:r>
              <a:rPr lang="en-GB" sz="1600" b="1" dirty="0">
                <a:solidFill>
                  <a:srgbClr val="F0F7ED"/>
                </a:solidFill>
                <a:latin typeface="Cairo" pitchFamily="2" charset="-78"/>
                <a:cs typeface="Cairo" pitchFamily="2" charset="-78"/>
                <a:sym typeface="Muli"/>
              </a:rPr>
              <a:t>The application serves as a user-friendly and consolidated platform that provides citizens with accurate and up-to-date information about various government and private units and their services. It eliminates the need for time-consuming visits or phone calls, as users can easily access detailed information about required documents, procedures, and schedules through the application. The key benefit is centralizing information from different units into a single interface, allowing efficient search based on keywords, categories, or location. The application aims to empower citizens, improve transparency, and enhance their experience when interacting with government and private services. The developers collaborated closely with government units to ensure reliable and regularly updated information. Through continuous improvement and user feedback, the goal is to make the application an indispensable tool for citizens seeking information and services.</a:t>
            </a:r>
          </a:p>
        </p:txBody>
      </p:sp>
      <p:grpSp>
        <p:nvGrpSpPr>
          <p:cNvPr id="980" name="Google Shape;980;p42"/>
          <p:cNvGrpSpPr/>
          <p:nvPr/>
        </p:nvGrpSpPr>
        <p:grpSpPr>
          <a:xfrm>
            <a:off x="7996617" y="-451341"/>
            <a:ext cx="1717686" cy="1718100"/>
            <a:chOff x="1347125" y="349025"/>
            <a:chExt cx="4978800" cy="4980000"/>
          </a:xfrm>
        </p:grpSpPr>
        <p:sp>
          <p:nvSpPr>
            <p:cNvPr id="981" name="Google Shape;981;p4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42"/>
          <p:cNvSpPr/>
          <p:nvPr/>
        </p:nvSpPr>
        <p:spPr>
          <a:xfrm rot="-6727045">
            <a:off x="-2550634" y="4132811"/>
            <a:ext cx="3172076" cy="4788701"/>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2"/>
          <p:cNvSpPr/>
          <p:nvPr/>
        </p:nvSpPr>
        <p:spPr>
          <a:xfrm>
            <a:off x="912300" y="4857300"/>
            <a:ext cx="251100" cy="2511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2"/>
          <p:cNvSpPr/>
          <p:nvPr/>
        </p:nvSpPr>
        <p:spPr>
          <a:xfrm>
            <a:off x="7819700" y="384050"/>
            <a:ext cx="533400" cy="533400"/>
          </a:xfrm>
          <a:prstGeom prst="ellipse">
            <a:avLst/>
          </a:pr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2"/>
          <p:cNvSpPr/>
          <p:nvPr/>
        </p:nvSpPr>
        <p:spPr>
          <a:xfrm>
            <a:off x="8161375" y="282150"/>
            <a:ext cx="251100" cy="251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44"/>
          <p:cNvSpPr txBox="1">
            <a:spLocks noGrp="1"/>
          </p:cNvSpPr>
          <p:nvPr>
            <p:ph type="title"/>
          </p:nvPr>
        </p:nvSpPr>
        <p:spPr>
          <a:xfrm>
            <a:off x="620514" y="207767"/>
            <a:ext cx="3722885"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3200" dirty="0">
                <a:latin typeface="Cairo" pitchFamily="2" charset="-78"/>
                <a:cs typeface="Cairo" pitchFamily="2" charset="-78"/>
                <a:sym typeface="+mn-ea"/>
              </a:rPr>
              <a:t>Problem Statement</a:t>
            </a:r>
            <a:endParaRPr lang="en-GB" sz="3200" dirty="0">
              <a:latin typeface="Cairo" pitchFamily="2" charset="-78"/>
              <a:cs typeface="Cairo" pitchFamily="2" charset="-78"/>
            </a:endParaRPr>
          </a:p>
        </p:txBody>
      </p:sp>
      <p:sp>
        <p:nvSpPr>
          <p:cNvPr id="1029" name="Google Shape;1029;p44"/>
          <p:cNvSpPr txBox="1">
            <a:spLocks noGrp="1"/>
          </p:cNvSpPr>
          <p:nvPr>
            <p:ph type="subTitle" idx="1"/>
          </p:nvPr>
        </p:nvSpPr>
        <p:spPr>
          <a:xfrm>
            <a:off x="620514" y="957380"/>
            <a:ext cx="4546600" cy="311658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GB" sz="1600" dirty="0">
                <a:latin typeface="Cairo" pitchFamily="2" charset="-78"/>
                <a:cs typeface="Cairo" pitchFamily="2" charset="-78"/>
              </a:rPr>
              <a:t>The application aims to address the complexities and inefficiencies faced by citizens when accessing information and services from government units. Currently, there is a lack of centralized platforms that provide comprehensive details about these units, resulting in confusion, wasted time, and frustration. The application seeks to provide a user-friendly and consolidated platform that offers accurate and up-to-date information about government units, including required documents and service details with specific dates and times. By eliminating the need for physical visits or phone calls, the application simplifies the process and enables citizens to quickly find the necessary information they need.</a:t>
            </a:r>
          </a:p>
        </p:txBody>
      </p:sp>
      <p:sp>
        <p:nvSpPr>
          <p:cNvPr id="1030" name="Google Shape;1030;p44"/>
          <p:cNvSpPr/>
          <p:nvPr/>
        </p:nvSpPr>
        <p:spPr>
          <a:xfrm>
            <a:off x="5579088" y="1236170"/>
            <a:ext cx="2635200" cy="2635200"/>
          </a:xfrm>
          <a:prstGeom prst="ellipse">
            <a:avLst/>
          </a:pr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4"/>
          <p:cNvSpPr/>
          <p:nvPr/>
        </p:nvSpPr>
        <p:spPr>
          <a:xfrm>
            <a:off x="5429048" y="3465352"/>
            <a:ext cx="142200" cy="1422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4"/>
          <p:cNvSpPr/>
          <p:nvPr/>
        </p:nvSpPr>
        <p:spPr>
          <a:xfrm>
            <a:off x="5637725" y="3653500"/>
            <a:ext cx="486600" cy="486600"/>
          </a:xfrm>
          <a:prstGeom prst="ellipse">
            <a:avLst/>
          </a:pr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Oval 1"/>
          <p:cNvSpPr/>
          <p:nvPr/>
        </p:nvSpPr>
        <p:spPr>
          <a:xfrm>
            <a:off x="5712447" y="1110095"/>
            <a:ext cx="2567940" cy="2635250"/>
          </a:xfrm>
          <a:prstGeom prst="ellipse">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grpSp>
        <p:nvGrpSpPr>
          <p:cNvPr id="1032" name="Google Shape;1032;p44"/>
          <p:cNvGrpSpPr/>
          <p:nvPr/>
        </p:nvGrpSpPr>
        <p:grpSpPr>
          <a:xfrm>
            <a:off x="7629791" y="1013460"/>
            <a:ext cx="893695" cy="893910"/>
            <a:chOff x="1347125" y="349025"/>
            <a:chExt cx="4978800" cy="4980000"/>
          </a:xfrm>
        </p:grpSpPr>
        <p:sp>
          <p:nvSpPr>
            <p:cNvPr id="1033" name="Google Shape;1033;p44"/>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4"/>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4"/>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4"/>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4"/>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4"/>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4"/>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4"/>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4"/>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4"/>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4"/>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4"/>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4"/>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4"/>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4"/>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4"/>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4"/>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4"/>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4"/>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4"/>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4050;p74"/>
          <p:cNvSpPr/>
          <p:nvPr/>
        </p:nvSpPr>
        <p:spPr>
          <a:xfrm>
            <a:off x="6771786" y="2769571"/>
            <a:ext cx="310967" cy="392963"/>
          </a:xfrm>
          <a:prstGeom prst="rect">
            <a:avLst/>
          </a:prstGeom>
          <a:solidFill>
            <a:srgbClr val="34343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4" name="Google Shape;4051;p74"/>
          <p:cNvSpPr/>
          <p:nvPr/>
        </p:nvSpPr>
        <p:spPr>
          <a:xfrm>
            <a:off x="6585919" y="3105420"/>
            <a:ext cx="738010" cy="66654"/>
          </a:xfrm>
          <a:custGeom>
            <a:avLst/>
            <a:gdLst/>
            <a:ahLst/>
            <a:cxnLst/>
            <a:rect l="l" t="t" r="r" b="b"/>
            <a:pathLst>
              <a:path w="17173" h="1551" extrusionOk="0">
                <a:moveTo>
                  <a:pt x="787" y="0"/>
                </a:moveTo>
                <a:cubicBezTo>
                  <a:pt x="358" y="0"/>
                  <a:pt x="0" y="358"/>
                  <a:pt x="0" y="764"/>
                </a:cubicBezTo>
                <a:cubicBezTo>
                  <a:pt x="0" y="1193"/>
                  <a:pt x="358" y="1551"/>
                  <a:pt x="787" y="1551"/>
                </a:cubicBezTo>
                <a:lnTo>
                  <a:pt x="16409" y="1551"/>
                </a:lnTo>
                <a:cubicBezTo>
                  <a:pt x="16815" y="1551"/>
                  <a:pt x="17173" y="1217"/>
                  <a:pt x="17173" y="764"/>
                </a:cubicBezTo>
                <a:cubicBezTo>
                  <a:pt x="17173" y="358"/>
                  <a:pt x="16815" y="0"/>
                  <a:pt x="16409" y="0"/>
                </a:cubicBezTo>
                <a:close/>
              </a:path>
            </a:pathLst>
          </a:custGeom>
          <a:solidFill>
            <a:srgbClr val="34343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5" name="Google Shape;4052;p74"/>
          <p:cNvSpPr/>
          <p:nvPr/>
        </p:nvSpPr>
        <p:spPr>
          <a:xfrm>
            <a:off x="6251788" y="1880590"/>
            <a:ext cx="1408334" cy="955291"/>
          </a:xfrm>
          <a:custGeom>
            <a:avLst/>
            <a:gdLst/>
            <a:ahLst/>
            <a:cxnLst/>
            <a:rect l="l" t="t" r="r" b="b"/>
            <a:pathLst>
              <a:path w="32771" h="22229" extrusionOk="0">
                <a:moveTo>
                  <a:pt x="4055" y="0"/>
                </a:moveTo>
                <a:cubicBezTo>
                  <a:pt x="1813" y="0"/>
                  <a:pt x="0" y="1813"/>
                  <a:pt x="0" y="4055"/>
                </a:cubicBezTo>
                <a:lnTo>
                  <a:pt x="0" y="18174"/>
                </a:lnTo>
                <a:cubicBezTo>
                  <a:pt x="0" y="20416"/>
                  <a:pt x="1813" y="22229"/>
                  <a:pt x="4055" y="22229"/>
                </a:cubicBezTo>
                <a:lnTo>
                  <a:pt x="28716" y="22229"/>
                </a:lnTo>
                <a:cubicBezTo>
                  <a:pt x="30934" y="22229"/>
                  <a:pt x="32747" y="20416"/>
                  <a:pt x="32771" y="18174"/>
                </a:cubicBezTo>
                <a:lnTo>
                  <a:pt x="32771" y="4055"/>
                </a:lnTo>
                <a:cubicBezTo>
                  <a:pt x="32771" y="1813"/>
                  <a:pt x="30934" y="0"/>
                  <a:pt x="28716" y="0"/>
                </a:cubicBezTo>
                <a:close/>
              </a:path>
            </a:pathLst>
          </a:custGeom>
          <a:solidFill>
            <a:srgbClr val="34343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6" name="Google Shape;4053;p74"/>
          <p:cNvSpPr/>
          <p:nvPr/>
        </p:nvSpPr>
        <p:spPr>
          <a:xfrm>
            <a:off x="6300952" y="1926702"/>
            <a:ext cx="1308933" cy="862036"/>
          </a:xfrm>
          <a:custGeom>
            <a:avLst/>
            <a:gdLst/>
            <a:ahLst/>
            <a:cxnLst/>
            <a:rect l="l" t="t" r="r" b="b"/>
            <a:pathLst>
              <a:path w="30458" h="20059" extrusionOk="0">
                <a:moveTo>
                  <a:pt x="4079" y="0"/>
                </a:moveTo>
                <a:cubicBezTo>
                  <a:pt x="1837" y="0"/>
                  <a:pt x="1" y="1813"/>
                  <a:pt x="1" y="4055"/>
                </a:cubicBezTo>
                <a:lnTo>
                  <a:pt x="1" y="16004"/>
                </a:lnTo>
                <a:cubicBezTo>
                  <a:pt x="1" y="18246"/>
                  <a:pt x="1837" y="20059"/>
                  <a:pt x="4079" y="20059"/>
                </a:cubicBezTo>
                <a:lnTo>
                  <a:pt x="26403" y="20059"/>
                </a:lnTo>
                <a:cubicBezTo>
                  <a:pt x="28621" y="20059"/>
                  <a:pt x="30458" y="18246"/>
                  <a:pt x="30458" y="16004"/>
                </a:cubicBezTo>
                <a:lnTo>
                  <a:pt x="30458" y="4055"/>
                </a:lnTo>
                <a:cubicBezTo>
                  <a:pt x="30458" y="1813"/>
                  <a:pt x="28621" y="0"/>
                  <a:pt x="26403" y="0"/>
                </a:cubicBezTo>
                <a:close/>
              </a:path>
            </a:pathLst>
          </a:custGeom>
          <a:solidFill>
            <a:srgbClr val="F0F7E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7" name="Google Shape;4054;p74"/>
          <p:cNvSpPr/>
          <p:nvPr/>
        </p:nvSpPr>
        <p:spPr>
          <a:xfrm>
            <a:off x="7175278" y="2354088"/>
            <a:ext cx="434606" cy="434649"/>
          </a:xfrm>
          <a:custGeom>
            <a:avLst/>
            <a:gdLst/>
            <a:ahLst/>
            <a:cxnLst/>
            <a:rect l="l" t="t" r="r" b="b"/>
            <a:pathLst>
              <a:path w="10113" h="10114" extrusionOk="0">
                <a:moveTo>
                  <a:pt x="10113" y="1"/>
                </a:moveTo>
                <a:lnTo>
                  <a:pt x="0" y="10114"/>
                </a:lnTo>
                <a:lnTo>
                  <a:pt x="3077" y="10114"/>
                </a:lnTo>
                <a:lnTo>
                  <a:pt x="10113" y="3078"/>
                </a:lnTo>
                <a:lnTo>
                  <a:pt x="10113" y="1"/>
                </a:lnTo>
                <a:close/>
              </a:path>
            </a:pathLst>
          </a:custGeom>
          <a:solidFill>
            <a:srgbClr val="F0F7E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8" name="Google Shape;4055;p74"/>
          <p:cNvSpPr/>
          <p:nvPr/>
        </p:nvSpPr>
        <p:spPr>
          <a:xfrm>
            <a:off x="7348510" y="1836970"/>
            <a:ext cx="77914" cy="178948"/>
          </a:xfrm>
          <a:custGeom>
            <a:avLst/>
            <a:gdLst/>
            <a:ahLst/>
            <a:cxnLst/>
            <a:rect l="l" t="t" r="r" b="b"/>
            <a:pathLst>
              <a:path w="1813" h="4164" extrusionOk="0">
                <a:moveTo>
                  <a:pt x="669" y="0"/>
                </a:moveTo>
                <a:cubicBezTo>
                  <a:pt x="530" y="0"/>
                  <a:pt x="378" y="68"/>
                  <a:pt x="215" y="228"/>
                </a:cubicBezTo>
                <a:cubicBezTo>
                  <a:pt x="48" y="395"/>
                  <a:pt x="0" y="586"/>
                  <a:pt x="0" y="777"/>
                </a:cubicBezTo>
                <a:cubicBezTo>
                  <a:pt x="0" y="1611"/>
                  <a:pt x="644" y="3758"/>
                  <a:pt x="644" y="3758"/>
                </a:cubicBezTo>
                <a:lnTo>
                  <a:pt x="1693" y="4163"/>
                </a:lnTo>
                <a:cubicBezTo>
                  <a:pt x="1789" y="4163"/>
                  <a:pt x="1813" y="2327"/>
                  <a:pt x="1789" y="2208"/>
                </a:cubicBezTo>
                <a:cubicBezTo>
                  <a:pt x="1769" y="1789"/>
                  <a:pt x="1382" y="0"/>
                  <a:pt x="669" y="0"/>
                </a:cubicBezTo>
                <a:close/>
              </a:path>
            </a:pathLst>
          </a:custGeom>
          <a:solidFill>
            <a:srgbClr val="00BBC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9" name="Google Shape;4056;p74"/>
          <p:cNvSpPr/>
          <p:nvPr/>
        </p:nvSpPr>
        <p:spPr>
          <a:xfrm>
            <a:off x="7256243" y="1986695"/>
            <a:ext cx="185566" cy="202885"/>
          </a:xfrm>
          <a:custGeom>
            <a:avLst/>
            <a:gdLst/>
            <a:ahLst/>
            <a:cxnLst/>
            <a:rect l="l" t="t" r="r" b="b"/>
            <a:pathLst>
              <a:path w="4318" h="4721" extrusionOk="0">
                <a:moveTo>
                  <a:pt x="3418" y="0"/>
                </a:moveTo>
                <a:cubicBezTo>
                  <a:pt x="3259" y="0"/>
                  <a:pt x="3088" y="84"/>
                  <a:pt x="2982" y="155"/>
                </a:cubicBezTo>
                <a:cubicBezTo>
                  <a:pt x="2600" y="393"/>
                  <a:pt x="1575" y="2874"/>
                  <a:pt x="1575" y="2874"/>
                </a:cubicBezTo>
                <a:lnTo>
                  <a:pt x="1265" y="3112"/>
                </a:lnTo>
                <a:lnTo>
                  <a:pt x="907" y="3279"/>
                </a:lnTo>
                <a:lnTo>
                  <a:pt x="716" y="3398"/>
                </a:lnTo>
                <a:cubicBezTo>
                  <a:pt x="644" y="3422"/>
                  <a:pt x="549" y="3422"/>
                  <a:pt x="501" y="3422"/>
                </a:cubicBezTo>
                <a:lnTo>
                  <a:pt x="382" y="3422"/>
                </a:lnTo>
                <a:cubicBezTo>
                  <a:pt x="358" y="3422"/>
                  <a:pt x="311" y="3470"/>
                  <a:pt x="311" y="3494"/>
                </a:cubicBezTo>
                <a:cubicBezTo>
                  <a:pt x="311" y="3518"/>
                  <a:pt x="311" y="3518"/>
                  <a:pt x="358" y="3541"/>
                </a:cubicBezTo>
                <a:cubicBezTo>
                  <a:pt x="406" y="3613"/>
                  <a:pt x="478" y="3637"/>
                  <a:pt x="549" y="3637"/>
                </a:cubicBezTo>
                <a:cubicBezTo>
                  <a:pt x="597" y="3637"/>
                  <a:pt x="621" y="3637"/>
                  <a:pt x="644" y="3613"/>
                </a:cubicBezTo>
                <a:lnTo>
                  <a:pt x="740" y="3613"/>
                </a:lnTo>
                <a:cubicBezTo>
                  <a:pt x="764" y="3613"/>
                  <a:pt x="788" y="3637"/>
                  <a:pt x="788" y="3661"/>
                </a:cubicBezTo>
                <a:cubicBezTo>
                  <a:pt x="835" y="3684"/>
                  <a:pt x="788" y="3732"/>
                  <a:pt x="764" y="3756"/>
                </a:cubicBezTo>
                <a:lnTo>
                  <a:pt x="668" y="3851"/>
                </a:lnTo>
                <a:lnTo>
                  <a:pt x="621" y="3899"/>
                </a:lnTo>
                <a:lnTo>
                  <a:pt x="549" y="3971"/>
                </a:lnTo>
                <a:cubicBezTo>
                  <a:pt x="525" y="3995"/>
                  <a:pt x="525" y="4018"/>
                  <a:pt x="501" y="4018"/>
                </a:cubicBezTo>
                <a:cubicBezTo>
                  <a:pt x="287" y="4233"/>
                  <a:pt x="144" y="4209"/>
                  <a:pt x="48" y="4376"/>
                </a:cubicBezTo>
                <a:cubicBezTo>
                  <a:pt x="1" y="4472"/>
                  <a:pt x="144" y="4448"/>
                  <a:pt x="167" y="4567"/>
                </a:cubicBezTo>
                <a:cubicBezTo>
                  <a:pt x="167" y="4578"/>
                  <a:pt x="187" y="4581"/>
                  <a:pt x="217" y="4581"/>
                </a:cubicBezTo>
                <a:cubicBezTo>
                  <a:pt x="270" y="4581"/>
                  <a:pt x="355" y="4570"/>
                  <a:pt x="419" y="4570"/>
                </a:cubicBezTo>
                <a:cubicBezTo>
                  <a:pt x="478" y="4570"/>
                  <a:pt x="519" y="4579"/>
                  <a:pt x="501" y="4615"/>
                </a:cubicBezTo>
                <a:cubicBezTo>
                  <a:pt x="454" y="4678"/>
                  <a:pt x="544" y="4721"/>
                  <a:pt x="708" y="4721"/>
                </a:cubicBezTo>
                <a:cubicBezTo>
                  <a:pt x="790" y="4721"/>
                  <a:pt x="891" y="4710"/>
                  <a:pt x="1002" y="4686"/>
                </a:cubicBezTo>
                <a:cubicBezTo>
                  <a:pt x="1265" y="4591"/>
                  <a:pt x="1432" y="4472"/>
                  <a:pt x="1551" y="4328"/>
                </a:cubicBezTo>
                <a:lnTo>
                  <a:pt x="1575" y="4281"/>
                </a:lnTo>
                <a:lnTo>
                  <a:pt x="2099" y="3279"/>
                </a:lnTo>
                <a:cubicBezTo>
                  <a:pt x="2171" y="3136"/>
                  <a:pt x="2672" y="2540"/>
                  <a:pt x="2767" y="2420"/>
                </a:cubicBezTo>
                <a:cubicBezTo>
                  <a:pt x="2886" y="2230"/>
                  <a:pt x="4317" y="489"/>
                  <a:pt x="3578" y="35"/>
                </a:cubicBezTo>
                <a:cubicBezTo>
                  <a:pt x="3529" y="11"/>
                  <a:pt x="3474" y="0"/>
                  <a:pt x="3418" y="0"/>
                </a:cubicBez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 name="Google Shape;4057;p74"/>
          <p:cNvSpPr/>
          <p:nvPr/>
        </p:nvSpPr>
        <p:spPr>
          <a:xfrm>
            <a:off x="7328011" y="1985234"/>
            <a:ext cx="119943" cy="130085"/>
          </a:xfrm>
          <a:custGeom>
            <a:avLst/>
            <a:gdLst/>
            <a:ahLst/>
            <a:cxnLst/>
            <a:rect l="l" t="t" r="r" b="b"/>
            <a:pathLst>
              <a:path w="2791" h="3027" extrusionOk="0">
                <a:moveTo>
                  <a:pt x="1738" y="1"/>
                </a:moveTo>
                <a:cubicBezTo>
                  <a:pt x="1583" y="1"/>
                  <a:pt x="1434" y="101"/>
                  <a:pt x="1312" y="189"/>
                </a:cubicBezTo>
                <a:cubicBezTo>
                  <a:pt x="954" y="403"/>
                  <a:pt x="262" y="1954"/>
                  <a:pt x="0" y="2550"/>
                </a:cubicBezTo>
                <a:cubicBezTo>
                  <a:pt x="215" y="2693"/>
                  <a:pt x="453" y="2836"/>
                  <a:pt x="644" y="3027"/>
                </a:cubicBezTo>
                <a:cubicBezTo>
                  <a:pt x="859" y="2741"/>
                  <a:pt x="1193" y="2335"/>
                  <a:pt x="1288" y="2240"/>
                </a:cubicBezTo>
                <a:cubicBezTo>
                  <a:pt x="1407" y="2097"/>
                  <a:pt x="2791" y="570"/>
                  <a:pt x="1908" y="46"/>
                </a:cubicBezTo>
                <a:cubicBezTo>
                  <a:pt x="1851" y="14"/>
                  <a:pt x="1794" y="1"/>
                  <a:pt x="1738" y="1"/>
                </a:cubicBezTo>
                <a:close/>
              </a:path>
            </a:pathLst>
          </a:custGeom>
          <a:solidFill>
            <a:srgbClr val="00BBC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1" name="Google Shape;4058;p74"/>
          <p:cNvSpPr/>
          <p:nvPr/>
        </p:nvSpPr>
        <p:spPr>
          <a:xfrm>
            <a:off x="7429475" y="2353100"/>
            <a:ext cx="164036" cy="118439"/>
          </a:xfrm>
          <a:custGeom>
            <a:avLst/>
            <a:gdLst/>
            <a:ahLst/>
            <a:cxnLst/>
            <a:rect l="l" t="t" r="r" b="b"/>
            <a:pathLst>
              <a:path w="3817" h="2756" extrusionOk="0">
                <a:moveTo>
                  <a:pt x="2528" y="0"/>
                </a:moveTo>
                <a:cubicBezTo>
                  <a:pt x="2528" y="0"/>
                  <a:pt x="2671" y="859"/>
                  <a:pt x="2552" y="1383"/>
                </a:cubicBezTo>
                <a:cubicBezTo>
                  <a:pt x="2099" y="1622"/>
                  <a:pt x="1336" y="1980"/>
                  <a:pt x="1336" y="1980"/>
                </a:cubicBezTo>
                <a:cubicBezTo>
                  <a:pt x="1336" y="1980"/>
                  <a:pt x="430" y="2123"/>
                  <a:pt x="382" y="2147"/>
                </a:cubicBezTo>
                <a:cubicBezTo>
                  <a:pt x="310" y="2171"/>
                  <a:pt x="239" y="2194"/>
                  <a:pt x="72" y="2337"/>
                </a:cubicBezTo>
                <a:cubicBezTo>
                  <a:pt x="72" y="2337"/>
                  <a:pt x="0" y="2576"/>
                  <a:pt x="1097" y="2719"/>
                </a:cubicBezTo>
                <a:cubicBezTo>
                  <a:pt x="1097" y="2719"/>
                  <a:pt x="1278" y="2755"/>
                  <a:pt x="1595" y="2755"/>
                </a:cubicBezTo>
                <a:cubicBezTo>
                  <a:pt x="1793" y="2755"/>
                  <a:pt x="2044" y="2741"/>
                  <a:pt x="2338" y="2695"/>
                </a:cubicBezTo>
                <a:cubicBezTo>
                  <a:pt x="2528" y="2648"/>
                  <a:pt x="2671" y="2648"/>
                  <a:pt x="2862" y="2624"/>
                </a:cubicBezTo>
                <a:cubicBezTo>
                  <a:pt x="3029" y="2600"/>
                  <a:pt x="3530" y="2600"/>
                  <a:pt x="3602" y="2528"/>
                </a:cubicBezTo>
                <a:lnTo>
                  <a:pt x="3649" y="2481"/>
                </a:lnTo>
                <a:cubicBezTo>
                  <a:pt x="3816" y="2337"/>
                  <a:pt x="3721" y="2051"/>
                  <a:pt x="3697" y="1884"/>
                </a:cubicBezTo>
                <a:cubicBezTo>
                  <a:pt x="3697" y="1789"/>
                  <a:pt x="3625" y="1741"/>
                  <a:pt x="3602" y="1646"/>
                </a:cubicBezTo>
                <a:cubicBezTo>
                  <a:pt x="3602" y="1622"/>
                  <a:pt x="3506" y="1407"/>
                  <a:pt x="3506" y="1383"/>
                </a:cubicBezTo>
                <a:cubicBezTo>
                  <a:pt x="3482" y="1026"/>
                  <a:pt x="3530" y="0"/>
                  <a:pt x="3530" y="0"/>
                </a:cubicBez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2" name="Google Shape;4059;p74"/>
          <p:cNvSpPr/>
          <p:nvPr/>
        </p:nvSpPr>
        <p:spPr>
          <a:xfrm>
            <a:off x="7430507" y="2417648"/>
            <a:ext cx="160941" cy="54922"/>
          </a:xfrm>
          <a:custGeom>
            <a:avLst/>
            <a:gdLst/>
            <a:ahLst/>
            <a:cxnLst/>
            <a:rect l="l" t="t" r="r" b="b"/>
            <a:pathLst>
              <a:path w="3745" h="1278" extrusionOk="0">
                <a:moveTo>
                  <a:pt x="3530" y="1"/>
                </a:moveTo>
                <a:cubicBezTo>
                  <a:pt x="3506" y="25"/>
                  <a:pt x="3458" y="25"/>
                  <a:pt x="3435" y="48"/>
                </a:cubicBezTo>
                <a:cubicBezTo>
                  <a:pt x="3177" y="177"/>
                  <a:pt x="2902" y="229"/>
                  <a:pt x="2626" y="229"/>
                </a:cubicBezTo>
                <a:cubicBezTo>
                  <a:pt x="2441" y="229"/>
                  <a:pt x="2256" y="206"/>
                  <a:pt x="2075" y="168"/>
                </a:cubicBezTo>
                <a:lnTo>
                  <a:pt x="2051" y="168"/>
                </a:lnTo>
                <a:cubicBezTo>
                  <a:pt x="1693" y="335"/>
                  <a:pt x="1336" y="502"/>
                  <a:pt x="1336" y="502"/>
                </a:cubicBezTo>
                <a:cubicBezTo>
                  <a:pt x="1336" y="502"/>
                  <a:pt x="453" y="645"/>
                  <a:pt x="382" y="669"/>
                </a:cubicBezTo>
                <a:cubicBezTo>
                  <a:pt x="310" y="716"/>
                  <a:pt x="239" y="740"/>
                  <a:pt x="72" y="859"/>
                </a:cubicBezTo>
                <a:cubicBezTo>
                  <a:pt x="72" y="859"/>
                  <a:pt x="0" y="1098"/>
                  <a:pt x="1097" y="1241"/>
                </a:cubicBezTo>
                <a:cubicBezTo>
                  <a:pt x="1097" y="1241"/>
                  <a:pt x="1278" y="1277"/>
                  <a:pt x="1595" y="1277"/>
                </a:cubicBezTo>
                <a:cubicBezTo>
                  <a:pt x="1793" y="1277"/>
                  <a:pt x="2044" y="1263"/>
                  <a:pt x="2337" y="1217"/>
                </a:cubicBezTo>
                <a:cubicBezTo>
                  <a:pt x="2528" y="1193"/>
                  <a:pt x="2671" y="1193"/>
                  <a:pt x="2862" y="1146"/>
                </a:cubicBezTo>
                <a:cubicBezTo>
                  <a:pt x="3029" y="1122"/>
                  <a:pt x="3530" y="1122"/>
                  <a:pt x="3601" y="1074"/>
                </a:cubicBezTo>
                <a:lnTo>
                  <a:pt x="3673" y="1002"/>
                </a:lnTo>
                <a:cubicBezTo>
                  <a:pt x="3745" y="859"/>
                  <a:pt x="3673" y="549"/>
                  <a:pt x="3625" y="406"/>
                </a:cubicBezTo>
                <a:cubicBezTo>
                  <a:pt x="3673" y="311"/>
                  <a:pt x="3625" y="239"/>
                  <a:pt x="3601" y="144"/>
                </a:cubicBezTo>
                <a:cubicBezTo>
                  <a:pt x="3601" y="144"/>
                  <a:pt x="3578" y="48"/>
                  <a:pt x="3530" y="1"/>
                </a:cubicBezTo>
                <a:close/>
              </a:path>
            </a:pathLst>
          </a:custGeom>
          <a:solidFill>
            <a:srgbClr val="34343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3" name="Google Shape;4060;p74"/>
          <p:cNvSpPr/>
          <p:nvPr/>
        </p:nvSpPr>
        <p:spPr>
          <a:xfrm>
            <a:off x="7524794" y="1936758"/>
            <a:ext cx="112766" cy="461466"/>
          </a:xfrm>
          <a:custGeom>
            <a:avLst/>
            <a:gdLst/>
            <a:ahLst/>
            <a:cxnLst/>
            <a:rect l="l" t="t" r="r" b="b"/>
            <a:pathLst>
              <a:path w="2624" h="10738" extrusionOk="0">
                <a:moveTo>
                  <a:pt x="1624" y="0"/>
                </a:moveTo>
                <a:cubicBezTo>
                  <a:pt x="1440" y="0"/>
                  <a:pt x="1251" y="60"/>
                  <a:pt x="1074" y="76"/>
                </a:cubicBezTo>
                <a:cubicBezTo>
                  <a:pt x="334" y="148"/>
                  <a:pt x="120" y="1794"/>
                  <a:pt x="120" y="2676"/>
                </a:cubicBezTo>
                <a:cubicBezTo>
                  <a:pt x="96" y="3368"/>
                  <a:pt x="0" y="3988"/>
                  <a:pt x="96" y="4608"/>
                </a:cubicBezTo>
                <a:cubicBezTo>
                  <a:pt x="96" y="4703"/>
                  <a:pt x="72" y="4799"/>
                  <a:pt x="72" y="4918"/>
                </a:cubicBezTo>
                <a:cubicBezTo>
                  <a:pt x="96" y="5538"/>
                  <a:pt x="96" y="10571"/>
                  <a:pt x="96" y="10571"/>
                </a:cubicBezTo>
                <a:lnTo>
                  <a:pt x="1574" y="10738"/>
                </a:lnTo>
                <a:cubicBezTo>
                  <a:pt x="1574" y="10738"/>
                  <a:pt x="2004" y="7637"/>
                  <a:pt x="1551" y="5443"/>
                </a:cubicBezTo>
                <a:cubicBezTo>
                  <a:pt x="1622" y="5324"/>
                  <a:pt x="1646" y="5204"/>
                  <a:pt x="1694" y="5109"/>
                </a:cubicBezTo>
                <a:cubicBezTo>
                  <a:pt x="2004" y="4179"/>
                  <a:pt x="2218" y="3272"/>
                  <a:pt x="2433" y="2366"/>
                </a:cubicBezTo>
                <a:cubicBezTo>
                  <a:pt x="2505" y="1937"/>
                  <a:pt x="2624" y="1531"/>
                  <a:pt x="2576" y="1078"/>
                </a:cubicBezTo>
                <a:cubicBezTo>
                  <a:pt x="2528" y="720"/>
                  <a:pt x="2361" y="363"/>
                  <a:pt x="2051" y="148"/>
                </a:cubicBezTo>
                <a:lnTo>
                  <a:pt x="1884" y="53"/>
                </a:lnTo>
                <a:cubicBezTo>
                  <a:pt x="1800" y="14"/>
                  <a:pt x="1712" y="0"/>
                  <a:pt x="1624" y="0"/>
                </a:cubicBezTo>
                <a:close/>
              </a:path>
            </a:pathLst>
          </a:custGeom>
          <a:solidFill>
            <a:srgbClr val="FF721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4" name="Google Shape;4061;p74"/>
          <p:cNvSpPr/>
          <p:nvPr/>
        </p:nvSpPr>
        <p:spPr>
          <a:xfrm>
            <a:off x="7529908" y="2346955"/>
            <a:ext cx="160984" cy="128323"/>
          </a:xfrm>
          <a:custGeom>
            <a:avLst/>
            <a:gdLst/>
            <a:ahLst/>
            <a:cxnLst/>
            <a:rect l="l" t="t" r="r" b="b"/>
            <a:pathLst>
              <a:path w="3746" h="2986" extrusionOk="0">
                <a:moveTo>
                  <a:pt x="3268" y="0"/>
                </a:moveTo>
                <a:lnTo>
                  <a:pt x="2266" y="119"/>
                </a:lnTo>
                <a:cubicBezTo>
                  <a:pt x="2266" y="119"/>
                  <a:pt x="2505" y="954"/>
                  <a:pt x="2457" y="1479"/>
                </a:cubicBezTo>
                <a:cubicBezTo>
                  <a:pt x="2028" y="1789"/>
                  <a:pt x="1288" y="2194"/>
                  <a:pt x="1288" y="2194"/>
                </a:cubicBezTo>
                <a:cubicBezTo>
                  <a:pt x="1288" y="2194"/>
                  <a:pt x="430" y="2433"/>
                  <a:pt x="358" y="2457"/>
                </a:cubicBezTo>
                <a:cubicBezTo>
                  <a:pt x="334" y="2504"/>
                  <a:pt x="215" y="2528"/>
                  <a:pt x="96" y="2671"/>
                </a:cubicBezTo>
                <a:cubicBezTo>
                  <a:pt x="96" y="2671"/>
                  <a:pt x="1" y="2910"/>
                  <a:pt x="1145" y="2981"/>
                </a:cubicBezTo>
                <a:cubicBezTo>
                  <a:pt x="1145" y="2981"/>
                  <a:pt x="1193" y="2986"/>
                  <a:pt x="1280" y="2986"/>
                </a:cubicBezTo>
                <a:cubicBezTo>
                  <a:pt x="1476" y="2986"/>
                  <a:pt x="1874" y="2963"/>
                  <a:pt x="2386" y="2814"/>
                </a:cubicBezTo>
                <a:cubicBezTo>
                  <a:pt x="2576" y="2791"/>
                  <a:pt x="2719" y="2767"/>
                  <a:pt x="2910" y="2743"/>
                </a:cubicBezTo>
                <a:cubicBezTo>
                  <a:pt x="3077" y="2695"/>
                  <a:pt x="3578" y="2624"/>
                  <a:pt x="3650" y="2552"/>
                </a:cubicBezTo>
                <a:lnTo>
                  <a:pt x="3697" y="2504"/>
                </a:lnTo>
                <a:cubicBezTo>
                  <a:pt x="3745" y="2314"/>
                  <a:pt x="3602" y="2051"/>
                  <a:pt x="3578" y="1884"/>
                </a:cubicBezTo>
                <a:cubicBezTo>
                  <a:pt x="3554" y="1789"/>
                  <a:pt x="3530" y="1717"/>
                  <a:pt x="3507" y="1646"/>
                </a:cubicBezTo>
                <a:cubicBezTo>
                  <a:pt x="3507" y="1598"/>
                  <a:pt x="3411" y="1383"/>
                  <a:pt x="3387" y="1360"/>
                </a:cubicBezTo>
                <a:cubicBezTo>
                  <a:pt x="3316" y="1002"/>
                  <a:pt x="3268" y="0"/>
                  <a:pt x="3268" y="0"/>
                </a:cubicBez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5" name="Google Shape;4062;p74"/>
          <p:cNvSpPr/>
          <p:nvPr/>
        </p:nvSpPr>
        <p:spPr>
          <a:xfrm>
            <a:off x="7528876" y="2412534"/>
            <a:ext cx="162016" cy="63818"/>
          </a:xfrm>
          <a:custGeom>
            <a:avLst/>
            <a:gdLst/>
            <a:ahLst/>
            <a:cxnLst/>
            <a:rect l="l" t="t" r="r" b="b"/>
            <a:pathLst>
              <a:path w="3770" h="1485" extrusionOk="0">
                <a:moveTo>
                  <a:pt x="3435" y="0"/>
                </a:moveTo>
                <a:cubicBezTo>
                  <a:pt x="3387" y="24"/>
                  <a:pt x="3364" y="48"/>
                  <a:pt x="3316" y="48"/>
                </a:cubicBezTo>
                <a:cubicBezTo>
                  <a:pt x="3038" y="240"/>
                  <a:pt x="2696" y="317"/>
                  <a:pt x="2365" y="317"/>
                </a:cubicBezTo>
                <a:cubicBezTo>
                  <a:pt x="2242" y="317"/>
                  <a:pt x="2120" y="306"/>
                  <a:pt x="2004" y="287"/>
                </a:cubicBezTo>
                <a:lnTo>
                  <a:pt x="1956" y="287"/>
                </a:lnTo>
                <a:cubicBezTo>
                  <a:pt x="1599" y="501"/>
                  <a:pt x="1289" y="716"/>
                  <a:pt x="1289" y="716"/>
                </a:cubicBezTo>
                <a:cubicBezTo>
                  <a:pt x="1289" y="716"/>
                  <a:pt x="430" y="954"/>
                  <a:pt x="358" y="978"/>
                </a:cubicBezTo>
                <a:cubicBezTo>
                  <a:pt x="335" y="1002"/>
                  <a:pt x="215" y="1026"/>
                  <a:pt x="96" y="1169"/>
                </a:cubicBezTo>
                <a:cubicBezTo>
                  <a:pt x="96" y="1169"/>
                  <a:pt x="1" y="1408"/>
                  <a:pt x="1146" y="1479"/>
                </a:cubicBezTo>
                <a:cubicBezTo>
                  <a:pt x="1146" y="1479"/>
                  <a:pt x="1201" y="1484"/>
                  <a:pt x="1303" y="1484"/>
                </a:cubicBezTo>
                <a:cubicBezTo>
                  <a:pt x="1506" y="1484"/>
                  <a:pt x="1893" y="1463"/>
                  <a:pt x="2386" y="1336"/>
                </a:cubicBezTo>
                <a:cubicBezTo>
                  <a:pt x="2577" y="1288"/>
                  <a:pt x="2720" y="1265"/>
                  <a:pt x="2887" y="1241"/>
                </a:cubicBezTo>
                <a:cubicBezTo>
                  <a:pt x="3077" y="1217"/>
                  <a:pt x="3578" y="1121"/>
                  <a:pt x="3650" y="1050"/>
                </a:cubicBezTo>
                <a:lnTo>
                  <a:pt x="3698" y="1002"/>
                </a:lnTo>
                <a:cubicBezTo>
                  <a:pt x="3769" y="811"/>
                  <a:pt x="3650" y="549"/>
                  <a:pt x="3602" y="406"/>
                </a:cubicBezTo>
                <a:cubicBezTo>
                  <a:pt x="3578" y="287"/>
                  <a:pt x="3554" y="191"/>
                  <a:pt x="3483" y="144"/>
                </a:cubicBezTo>
                <a:cubicBezTo>
                  <a:pt x="3483" y="144"/>
                  <a:pt x="3459" y="48"/>
                  <a:pt x="3435" y="0"/>
                </a:cubicBezTo>
                <a:close/>
              </a:path>
            </a:pathLst>
          </a:custGeom>
          <a:solidFill>
            <a:srgbClr val="34343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6" name="Google Shape;4063;p74"/>
          <p:cNvSpPr/>
          <p:nvPr/>
        </p:nvSpPr>
        <p:spPr>
          <a:xfrm>
            <a:off x="7572969" y="1899585"/>
            <a:ext cx="113798" cy="495545"/>
          </a:xfrm>
          <a:custGeom>
            <a:avLst/>
            <a:gdLst/>
            <a:ahLst/>
            <a:cxnLst/>
            <a:rect l="l" t="t" r="r" b="b"/>
            <a:pathLst>
              <a:path w="2648" h="11531" extrusionOk="0">
                <a:moveTo>
                  <a:pt x="568" y="0"/>
                </a:moveTo>
                <a:cubicBezTo>
                  <a:pt x="516" y="0"/>
                  <a:pt x="470" y="11"/>
                  <a:pt x="430" y="35"/>
                </a:cubicBezTo>
                <a:cubicBezTo>
                  <a:pt x="0" y="321"/>
                  <a:pt x="143" y="2039"/>
                  <a:pt x="72" y="2563"/>
                </a:cubicBezTo>
                <a:cubicBezTo>
                  <a:pt x="24" y="3279"/>
                  <a:pt x="48" y="4066"/>
                  <a:pt x="143" y="4734"/>
                </a:cubicBezTo>
                <a:cubicBezTo>
                  <a:pt x="191" y="5139"/>
                  <a:pt x="263" y="5521"/>
                  <a:pt x="382" y="5902"/>
                </a:cubicBezTo>
                <a:cubicBezTo>
                  <a:pt x="406" y="5974"/>
                  <a:pt x="406" y="6022"/>
                  <a:pt x="430" y="6117"/>
                </a:cubicBezTo>
                <a:cubicBezTo>
                  <a:pt x="501" y="6689"/>
                  <a:pt x="978" y="10529"/>
                  <a:pt x="1097" y="11531"/>
                </a:cubicBezTo>
                <a:lnTo>
                  <a:pt x="2457" y="11531"/>
                </a:lnTo>
                <a:cubicBezTo>
                  <a:pt x="2505" y="10815"/>
                  <a:pt x="2552" y="8144"/>
                  <a:pt x="1932" y="6332"/>
                </a:cubicBezTo>
                <a:cubicBezTo>
                  <a:pt x="1980" y="6260"/>
                  <a:pt x="2004" y="6165"/>
                  <a:pt x="2004" y="6117"/>
                </a:cubicBezTo>
                <a:cubicBezTo>
                  <a:pt x="2075" y="5807"/>
                  <a:pt x="2123" y="5521"/>
                  <a:pt x="2195" y="5187"/>
                </a:cubicBezTo>
                <a:cubicBezTo>
                  <a:pt x="2290" y="4662"/>
                  <a:pt x="2385" y="4137"/>
                  <a:pt x="2457" y="3613"/>
                </a:cubicBezTo>
                <a:cubicBezTo>
                  <a:pt x="2552" y="3112"/>
                  <a:pt x="2648" y="2563"/>
                  <a:pt x="2528" y="2062"/>
                </a:cubicBezTo>
                <a:cubicBezTo>
                  <a:pt x="2433" y="1705"/>
                  <a:pt x="2314" y="1037"/>
                  <a:pt x="2004" y="870"/>
                </a:cubicBezTo>
                <a:cubicBezTo>
                  <a:pt x="1686" y="679"/>
                  <a:pt x="974" y="0"/>
                  <a:pt x="568" y="0"/>
                </a:cubicBezTo>
                <a:close/>
              </a:path>
            </a:pathLst>
          </a:custGeom>
          <a:solidFill>
            <a:srgbClr val="FF721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7" name="Google Shape;4064;p74"/>
          <p:cNvSpPr/>
          <p:nvPr/>
        </p:nvSpPr>
        <p:spPr>
          <a:xfrm>
            <a:off x="7345416" y="1764729"/>
            <a:ext cx="295238" cy="276802"/>
          </a:xfrm>
          <a:custGeom>
            <a:avLst/>
            <a:gdLst/>
            <a:ahLst/>
            <a:cxnLst/>
            <a:rect l="l" t="t" r="r" b="b"/>
            <a:pathLst>
              <a:path w="6870" h="6441" extrusionOk="0">
                <a:moveTo>
                  <a:pt x="2075" y="1"/>
                </a:moveTo>
                <a:cubicBezTo>
                  <a:pt x="1789" y="25"/>
                  <a:pt x="955" y="287"/>
                  <a:pt x="883" y="335"/>
                </a:cubicBezTo>
                <a:cubicBezTo>
                  <a:pt x="525" y="502"/>
                  <a:pt x="239" y="955"/>
                  <a:pt x="167" y="1384"/>
                </a:cubicBezTo>
                <a:cubicBezTo>
                  <a:pt x="120" y="1647"/>
                  <a:pt x="72" y="1909"/>
                  <a:pt x="48" y="2171"/>
                </a:cubicBezTo>
                <a:cubicBezTo>
                  <a:pt x="0" y="2481"/>
                  <a:pt x="120" y="2768"/>
                  <a:pt x="406" y="2982"/>
                </a:cubicBezTo>
                <a:cubicBezTo>
                  <a:pt x="955" y="3435"/>
                  <a:pt x="1503" y="3841"/>
                  <a:pt x="2075" y="4270"/>
                </a:cubicBezTo>
                <a:cubicBezTo>
                  <a:pt x="2362" y="4485"/>
                  <a:pt x="2672" y="4652"/>
                  <a:pt x="2934" y="4914"/>
                </a:cubicBezTo>
                <a:cubicBezTo>
                  <a:pt x="3268" y="5272"/>
                  <a:pt x="3697" y="6059"/>
                  <a:pt x="4270" y="6441"/>
                </a:cubicBezTo>
                <a:cubicBezTo>
                  <a:pt x="4270" y="6441"/>
                  <a:pt x="4294" y="6345"/>
                  <a:pt x="4461" y="6226"/>
                </a:cubicBezTo>
                <a:cubicBezTo>
                  <a:pt x="4866" y="5940"/>
                  <a:pt x="5367" y="5248"/>
                  <a:pt x="5725" y="4890"/>
                </a:cubicBezTo>
                <a:cubicBezTo>
                  <a:pt x="6082" y="4556"/>
                  <a:pt x="6655" y="4079"/>
                  <a:pt x="6846" y="3602"/>
                </a:cubicBezTo>
                <a:cubicBezTo>
                  <a:pt x="6869" y="3579"/>
                  <a:pt x="6440" y="3149"/>
                  <a:pt x="6154" y="2958"/>
                </a:cubicBezTo>
                <a:cubicBezTo>
                  <a:pt x="5629" y="2672"/>
                  <a:pt x="5128" y="2458"/>
                  <a:pt x="4723" y="2076"/>
                </a:cubicBezTo>
                <a:cubicBezTo>
                  <a:pt x="4294" y="1647"/>
                  <a:pt x="3864" y="1265"/>
                  <a:pt x="3435" y="836"/>
                </a:cubicBezTo>
                <a:cubicBezTo>
                  <a:pt x="3268" y="669"/>
                  <a:pt x="3077" y="454"/>
                  <a:pt x="2910" y="311"/>
                </a:cubicBezTo>
                <a:cubicBezTo>
                  <a:pt x="2672" y="73"/>
                  <a:pt x="2362" y="1"/>
                  <a:pt x="2075" y="1"/>
                </a:cubicBezTo>
                <a:close/>
              </a:path>
            </a:pathLst>
          </a:custGeom>
          <a:solidFill>
            <a:srgbClr val="00BBC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8" name="Google Shape;4065;p74"/>
          <p:cNvSpPr/>
          <p:nvPr/>
        </p:nvSpPr>
        <p:spPr>
          <a:xfrm>
            <a:off x="7352894" y="1772937"/>
            <a:ext cx="54063" cy="61325"/>
          </a:xfrm>
          <a:custGeom>
            <a:avLst/>
            <a:gdLst/>
            <a:ahLst/>
            <a:cxnLst/>
            <a:rect l="l" t="t" r="r" b="b"/>
            <a:pathLst>
              <a:path w="1258" h="1427" extrusionOk="0">
                <a:moveTo>
                  <a:pt x="11" y="1131"/>
                </a:moveTo>
                <a:cubicBezTo>
                  <a:pt x="5" y="1139"/>
                  <a:pt x="1" y="1145"/>
                  <a:pt x="1" y="1145"/>
                </a:cubicBezTo>
                <a:cubicBezTo>
                  <a:pt x="1" y="1145"/>
                  <a:pt x="4" y="1141"/>
                  <a:pt x="11" y="1131"/>
                </a:cubicBezTo>
                <a:close/>
                <a:moveTo>
                  <a:pt x="971" y="1"/>
                </a:moveTo>
                <a:cubicBezTo>
                  <a:pt x="852" y="48"/>
                  <a:pt x="757" y="96"/>
                  <a:pt x="733" y="96"/>
                </a:cubicBezTo>
                <a:cubicBezTo>
                  <a:pt x="351" y="287"/>
                  <a:pt x="65" y="716"/>
                  <a:pt x="17" y="1122"/>
                </a:cubicBezTo>
                <a:cubicBezTo>
                  <a:pt x="15" y="1125"/>
                  <a:pt x="13" y="1128"/>
                  <a:pt x="11" y="1131"/>
                </a:cubicBezTo>
                <a:lnTo>
                  <a:pt x="11" y="1131"/>
                </a:lnTo>
                <a:cubicBezTo>
                  <a:pt x="19" y="1121"/>
                  <a:pt x="29" y="1110"/>
                  <a:pt x="36" y="1110"/>
                </a:cubicBezTo>
                <a:cubicBezTo>
                  <a:pt x="39" y="1110"/>
                  <a:pt x="41" y="1113"/>
                  <a:pt x="41" y="1122"/>
                </a:cubicBezTo>
                <a:cubicBezTo>
                  <a:pt x="142" y="1335"/>
                  <a:pt x="275" y="1427"/>
                  <a:pt x="417" y="1427"/>
                </a:cubicBezTo>
                <a:cubicBezTo>
                  <a:pt x="577" y="1427"/>
                  <a:pt x="748" y="1311"/>
                  <a:pt x="900" y="1122"/>
                </a:cubicBezTo>
                <a:cubicBezTo>
                  <a:pt x="1138" y="764"/>
                  <a:pt x="1258" y="263"/>
                  <a:pt x="971" y="1"/>
                </a:cubicBez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9" name="Google Shape;4066;p74"/>
          <p:cNvSpPr/>
          <p:nvPr/>
        </p:nvSpPr>
        <p:spPr>
          <a:xfrm>
            <a:off x="7329000" y="1758584"/>
            <a:ext cx="78988" cy="69147"/>
          </a:xfrm>
          <a:custGeom>
            <a:avLst/>
            <a:gdLst/>
            <a:ahLst/>
            <a:cxnLst/>
            <a:rect l="l" t="t" r="r" b="b"/>
            <a:pathLst>
              <a:path w="1838" h="1609" extrusionOk="0">
                <a:moveTo>
                  <a:pt x="693" y="1"/>
                </a:moveTo>
                <a:lnTo>
                  <a:pt x="1" y="859"/>
                </a:lnTo>
                <a:lnTo>
                  <a:pt x="836" y="1551"/>
                </a:lnTo>
                <a:cubicBezTo>
                  <a:pt x="875" y="1591"/>
                  <a:pt x="907" y="1608"/>
                  <a:pt x="940" y="1608"/>
                </a:cubicBezTo>
                <a:cubicBezTo>
                  <a:pt x="967" y="1608"/>
                  <a:pt x="994" y="1596"/>
                  <a:pt x="1026" y="1575"/>
                </a:cubicBezTo>
                <a:cubicBezTo>
                  <a:pt x="1837" y="1146"/>
                  <a:pt x="1289" y="478"/>
                  <a:pt x="1289" y="478"/>
                </a:cubicBezTo>
                <a:lnTo>
                  <a:pt x="693" y="1"/>
                </a:ln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20" name="Google Shape;4067;p74"/>
          <p:cNvSpPr/>
          <p:nvPr/>
        </p:nvSpPr>
        <p:spPr>
          <a:xfrm>
            <a:off x="7267502" y="1728888"/>
            <a:ext cx="111778" cy="100476"/>
          </a:xfrm>
          <a:custGeom>
            <a:avLst/>
            <a:gdLst/>
            <a:ahLst/>
            <a:cxnLst/>
            <a:rect l="l" t="t" r="r" b="b"/>
            <a:pathLst>
              <a:path w="2601" h="2338" extrusionOk="0">
                <a:moveTo>
                  <a:pt x="1098" y="0"/>
                </a:moveTo>
                <a:lnTo>
                  <a:pt x="1" y="1384"/>
                </a:lnTo>
                <a:cubicBezTo>
                  <a:pt x="1" y="1384"/>
                  <a:pt x="1514" y="2338"/>
                  <a:pt x="1872" y="2338"/>
                </a:cubicBezTo>
                <a:cubicBezTo>
                  <a:pt x="1877" y="2338"/>
                  <a:pt x="1881" y="2338"/>
                  <a:pt x="1885" y="2338"/>
                </a:cubicBezTo>
                <a:cubicBezTo>
                  <a:pt x="2219" y="2338"/>
                  <a:pt x="2601" y="1741"/>
                  <a:pt x="2290" y="954"/>
                </a:cubicBezTo>
                <a:lnTo>
                  <a:pt x="2147" y="883"/>
                </a:lnTo>
                <a:lnTo>
                  <a:pt x="1098" y="0"/>
                </a:ln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21" name="Google Shape;4068;p74"/>
          <p:cNvSpPr/>
          <p:nvPr/>
        </p:nvSpPr>
        <p:spPr>
          <a:xfrm>
            <a:off x="7311595" y="1802676"/>
            <a:ext cx="21573" cy="23636"/>
          </a:xfrm>
          <a:custGeom>
            <a:avLst/>
            <a:gdLst/>
            <a:ahLst/>
            <a:cxnLst/>
            <a:rect l="l" t="t" r="r" b="b"/>
            <a:pathLst>
              <a:path w="502" h="550" extrusionOk="0">
                <a:moveTo>
                  <a:pt x="0" y="0"/>
                </a:moveTo>
                <a:lnTo>
                  <a:pt x="334" y="549"/>
                </a:lnTo>
                <a:lnTo>
                  <a:pt x="501" y="263"/>
                </a:lnTo>
                <a:lnTo>
                  <a:pt x="0" y="0"/>
                </a:ln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22" name="Google Shape;4069;p74"/>
          <p:cNvSpPr/>
          <p:nvPr/>
        </p:nvSpPr>
        <p:spPr>
          <a:xfrm>
            <a:off x="7245155" y="1699622"/>
            <a:ext cx="131031" cy="104687"/>
          </a:xfrm>
          <a:custGeom>
            <a:avLst/>
            <a:gdLst/>
            <a:ahLst/>
            <a:cxnLst/>
            <a:rect l="l" t="t" r="r" b="b"/>
            <a:pathLst>
              <a:path w="3049" h="2436" extrusionOk="0">
                <a:moveTo>
                  <a:pt x="1516" y="1"/>
                </a:moveTo>
                <a:cubicBezTo>
                  <a:pt x="1204" y="1"/>
                  <a:pt x="1022" y="300"/>
                  <a:pt x="1022" y="300"/>
                </a:cubicBezTo>
                <a:cubicBezTo>
                  <a:pt x="1013" y="299"/>
                  <a:pt x="1004" y="298"/>
                  <a:pt x="996" y="298"/>
                </a:cubicBezTo>
                <a:cubicBezTo>
                  <a:pt x="590" y="298"/>
                  <a:pt x="0" y="1362"/>
                  <a:pt x="187" y="1969"/>
                </a:cubicBezTo>
                <a:cubicBezTo>
                  <a:pt x="314" y="2287"/>
                  <a:pt x="558" y="2436"/>
                  <a:pt x="784" y="2436"/>
                </a:cubicBezTo>
                <a:cubicBezTo>
                  <a:pt x="897" y="2436"/>
                  <a:pt x="1006" y="2398"/>
                  <a:pt x="1093" y="2327"/>
                </a:cubicBezTo>
                <a:cubicBezTo>
                  <a:pt x="1464" y="2072"/>
                  <a:pt x="1475" y="1412"/>
                  <a:pt x="1475" y="1375"/>
                </a:cubicBezTo>
                <a:lnTo>
                  <a:pt x="1475" y="1375"/>
                </a:lnTo>
                <a:cubicBezTo>
                  <a:pt x="1492" y="1377"/>
                  <a:pt x="1559" y="1383"/>
                  <a:pt x="1785" y="1397"/>
                </a:cubicBezTo>
                <a:cubicBezTo>
                  <a:pt x="1952" y="1397"/>
                  <a:pt x="2190" y="1516"/>
                  <a:pt x="2333" y="1611"/>
                </a:cubicBezTo>
                <a:cubicBezTo>
                  <a:pt x="2340" y="1614"/>
                  <a:pt x="2347" y="1615"/>
                  <a:pt x="2355" y="1615"/>
                </a:cubicBezTo>
                <a:cubicBezTo>
                  <a:pt x="2433" y="1615"/>
                  <a:pt x="2570" y="1512"/>
                  <a:pt x="2548" y="1468"/>
                </a:cubicBezTo>
                <a:lnTo>
                  <a:pt x="2381" y="1230"/>
                </a:lnTo>
                <a:lnTo>
                  <a:pt x="3049" y="1731"/>
                </a:lnTo>
                <a:cubicBezTo>
                  <a:pt x="2834" y="1349"/>
                  <a:pt x="2596" y="944"/>
                  <a:pt x="2333" y="634"/>
                </a:cubicBezTo>
                <a:cubicBezTo>
                  <a:pt x="2011" y="145"/>
                  <a:pt x="1732" y="1"/>
                  <a:pt x="1516" y="1"/>
                </a:cubicBezTo>
                <a:close/>
              </a:path>
            </a:pathLst>
          </a:custGeom>
          <a:solidFill>
            <a:srgbClr val="34343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23" name="Google Shape;4070;p74"/>
          <p:cNvSpPr/>
          <p:nvPr/>
        </p:nvSpPr>
        <p:spPr>
          <a:xfrm>
            <a:off x="7335145" y="1739073"/>
            <a:ext cx="27590" cy="25699"/>
          </a:xfrm>
          <a:custGeom>
            <a:avLst/>
            <a:gdLst/>
            <a:ahLst/>
            <a:cxnLst/>
            <a:rect l="l" t="t" r="r" b="b"/>
            <a:pathLst>
              <a:path w="642" h="598" extrusionOk="0">
                <a:moveTo>
                  <a:pt x="219" y="0"/>
                </a:moveTo>
                <a:cubicBezTo>
                  <a:pt x="210" y="0"/>
                  <a:pt x="201" y="1"/>
                  <a:pt x="192" y="2"/>
                </a:cubicBezTo>
                <a:cubicBezTo>
                  <a:pt x="73" y="2"/>
                  <a:pt x="1" y="193"/>
                  <a:pt x="73" y="288"/>
                </a:cubicBezTo>
                <a:lnTo>
                  <a:pt x="573" y="598"/>
                </a:lnTo>
                <a:cubicBezTo>
                  <a:pt x="642" y="255"/>
                  <a:pt x="426" y="0"/>
                  <a:pt x="219" y="0"/>
                </a:cubicBez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24" name="Google Shape;4071;p74"/>
          <p:cNvSpPr/>
          <p:nvPr/>
        </p:nvSpPr>
        <p:spPr>
          <a:xfrm>
            <a:off x="7417184" y="1760260"/>
            <a:ext cx="112766" cy="152260"/>
          </a:xfrm>
          <a:custGeom>
            <a:avLst/>
            <a:gdLst/>
            <a:ahLst/>
            <a:cxnLst/>
            <a:rect l="l" t="t" r="r" b="b"/>
            <a:pathLst>
              <a:path w="2624" h="3543" extrusionOk="0">
                <a:moveTo>
                  <a:pt x="477" y="1"/>
                </a:moveTo>
                <a:cubicBezTo>
                  <a:pt x="351" y="1"/>
                  <a:pt x="229" y="58"/>
                  <a:pt x="119" y="200"/>
                </a:cubicBezTo>
                <a:cubicBezTo>
                  <a:pt x="0" y="343"/>
                  <a:pt x="0" y="534"/>
                  <a:pt x="48" y="677"/>
                </a:cubicBezTo>
                <a:cubicBezTo>
                  <a:pt x="191" y="1345"/>
                  <a:pt x="1598" y="3420"/>
                  <a:pt x="1598" y="3420"/>
                </a:cubicBezTo>
                <a:cubicBezTo>
                  <a:pt x="1598" y="3420"/>
                  <a:pt x="2248" y="3542"/>
                  <a:pt x="2423" y="3542"/>
                </a:cubicBezTo>
                <a:cubicBezTo>
                  <a:pt x="2438" y="3542"/>
                  <a:pt x="2449" y="3541"/>
                  <a:pt x="2457" y="3539"/>
                </a:cubicBezTo>
                <a:cubicBezTo>
                  <a:pt x="2457" y="3539"/>
                  <a:pt x="2624" y="3253"/>
                  <a:pt x="2600" y="2943"/>
                </a:cubicBezTo>
                <a:cubicBezTo>
                  <a:pt x="2552" y="2538"/>
                  <a:pt x="2361" y="2108"/>
                  <a:pt x="2147" y="1727"/>
                </a:cubicBezTo>
                <a:cubicBezTo>
                  <a:pt x="1980" y="1417"/>
                  <a:pt x="1765" y="1131"/>
                  <a:pt x="1526" y="820"/>
                </a:cubicBezTo>
                <a:cubicBezTo>
                  <a:pt x="1361" y="637"/>
                  <a:pt x="899" y="1"/>
                  <a:pt x="477" y="1"/>
                </a:cubicBezTo>
                <a:close/>
              </a:path>
            </a:pathLst>
          </a:custGeom>
          <a:solidFill>
            <a:srgbClr val="00BBC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25" name="Google Shape;4072;p74"/>
          <p:cNvSpPr/>
          <p:nvPr/>
        </p:nvSpPr>
        <p:spPr>
          <a:xfrm>
            <a:off x="7350530" y="1953346"/>
            <a:ext cx="70780" cy="62915"/>
          </a:xfrm>
          <a:custGeom>
            <a:avLst/>
            <a:gdLst/>
            <a:ahLst/>
            <a:cxnLst/>
            <a:rect l="l" t="t" r="r" b="b"/>
            <a:pathLst>
              <a:path w="1647" h="1464" extrusionOk="0">
                <a:moveTo>
                  <a:pt x="1360" y="0"/>
                </a:moveTo>
                <a:lnTo>
                  <a:pt x="549" y="215"/>
                </a:lnTo>
                <a:cubicBezTo>
                  <a:pt x="525" y="215"/>
                  <a:pt x="478" y="239"/>
                  <a:pt x="454" y="263"/>
                </a:cubicBezTo>
                <a:lnTo>
                  <a:pt x="1" y="1312"/>
                </a:lnTo>
                <a:lnTo>
                  <a:pt x="1" y="1360"/>
                </a:lnTo>
                <a:cubicBezTo>
                  <a:pt x="1" y="1433"/>
                  <a:pt x="56" y="1464"/>
                  <a:pt x="125" y="1464"/>
                </a:cubicBezTo>
                <a:cubicBezTo>
                  <a:pt x="147" y="1464"/>
                  <a:pt x="169" y="1461"/>
                  <a:pt x="192" y="1455"/>
                </a:cubicBezTo>
                <a:lnTo>
                  <a:pt x="311" y="1408"/>
                </a:lnTo>
                <a:cubicBezTo>
                  <a:pt x="335" y="1408"/>
                  <a:pt x="335" y="1384"/>
                  <a:pt x="358" y="1336"/>
                </a:cubicBezTo>
                <a:lnTo>
                  <a:pt x="525" y="978"/>
                </a:lnTo>
                <a:cubicBezTo>
                  <a:pt x="525" y="954"/>
                  <a:pt x="549" y="954"/>
                  <a:pt x="573" y="931"/>
                </a:cubicBezTo>
                <a:cubicBezTo>
                  <a:pt x="716" y="859"/>
                  <a:pt x="1193" y="692"/>
                  <a:pt x="1599" y="454"/>
                </a:cubicBezTo>
                <a:cubicBezTo>
                  <a:pt x="1646" y="430"/>
                  <a:pt x="1646" y="358"/>
                  <a:pt x="1623" y="311"/>
                </a:cubicBezTo>
                <a:lnTo>
                  <a:pt x="1432" y="0"/>
                </a:ln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26" name="Google Shape;4073;p74"/>
          <p:cNvSpPr/>
          <p:nvPr/>
        </p:nvSpPr>
        <p:spPr>
          <a:xfrm>
            <a:off x="7390497" y="1889056"/>
            <a:ext cx="133308" cy="96178"/>
          </a:xfrm>
          <a:custGeom>
            <a:avLst/>
            <a:gdLst/>
            <a:ahLst/>
            <a:cxnLst/>
            <a:rect l="l" t="t" r="r" b="b"/>
            <a:pathLst>
              <a:path w="3102" h="2238" extrusionOk="0">
                <a:moveTo>
                  <a:pt x="2444" y="0"/>
                </a:moveTo>
                <a:cubicBezTo>
                  <a:pt x="2380" y="0"/>
                  <a:pt x="2313" y="13"/>
                  <a:pt x="2243" y="42"/>
                </a:cubicBezTo>
                <a:cubicBezTo>
                  <a:pt x="1694" y="256"/>
                  <a:pt x="1456" y="614"/>
                  <a:pt x="1" y="1449"/>
                </a:cubicBezTo>
                <a:lnTo>
                  <a:pt x="502" y="2236"/>
                </a:lnTo>
                <a:cubicBezTo>
                  <a:pt x="502" y="2237"/>
                  <a:pt x="503" y="2237"/>
                  <a:pt x="505" y="2237"/>
                </a:cubicBezTo>
                <a:cubicBezTo>
                  <a:pt x="597" y="2237"/>
                  <a:pt x="2868" y="1126"/>
                  <a:pt x="3101" y="519"/>
                </a:cubicBezTo>
                <a:cubicBezTo>
                  <a:pt x="3101" y="519"/>
                  <a:pt x="2851" y="0"/>
                  <a:pt x="2444" y="0"/>
                </a:cubicBezTo>
                <a:close/>
              </a:path>
            </a:pathLst>
          </a:custGeom>
          <a:solidFill>
            <a:srgbClr val="00BBC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27" name="Google Shape;4074;p74"/>
          <p:cNvSpPr/>
          <p:nvPr/>
        </p:nvSpPr>
        <p:spPr>
          <a:xfrm>
            <a:off x="6817554" y="2013812"/>
            <a:ext cx="587339" cy="585320"/>
          </a:xfrm>
          <a:custGeom>
            <a:avLst/>
            <a:gdLst/>
            <a:ahLst/>
            <a:cxnLst/>
            <a:rect l="l" t="t" r="r" b="b"/>
            <a:pathLst>
              <a:path w="13667" h="13620" extrusionOk="0">
                <a:moveTo>
                  <a:pt x="6798" y="4103"/>
                </a:moveTo>
                <a:cubicBezTo>
                  <a:pt x="8300" y="4103"/>
                  <a:pt x="9493" y="5295"/>
                  <a:pt x="9493" y="6798"/>
                </a:cubicBezTo>
                <a:cubicBezTo>
                  <a:pt x="9493" y="8277"/>
                  <a:pt x="8300" y="9469"/>
                  <a:pt x="6798" y="9469"/>
                </a:cubicBezTo>
                <a:cubicBezTo>
                  <a:pt x="5319" y="9469"/>
                  <a:pt x="4127" y="8277"/>
                  <a:pt x="4127" y="6798"/>
                </a:cubicBezTo>
                <a:cubicBezTo>
                  <a:pt x="4127" y="5295"/>
                  <a:pt x="5319" y="4103"/>
                  <a:pt x="6798" y="4103"/>
                </a:cubicBezTo>
                <a:close/>
                <a:moveTo>
                  <a:pt x="5319" y="1"/>
                </a:moveTo>
                <a:lnTo>
                  <a:pt x="5319" y="215"/>
                </a:lnTo>
                <a:lnTo>
                  <a:pt x="5319" y="1909"/>
                </a:lnTo>
                <a:cubicBezTo>
                  <a:pt x="5009" y="2004"/>
                  <a:pt x="4723" y="2123"/>
                  <a:pt x="4413" y="2266"/>
                </a:cubicBezTo>
                <a:lnTo>
                  <a:pt x="3220" y="1074"/>
                </a:lnTo>
                <a:lnTo>
                  <a:pt x="3077" y="931"/>
                </a:lnTo>
                <a:lnTo>
                  <a:pt x="2934" y="1074"/>
                </a:lnTo>
                <a:lnTo>
                  <a:pt x="1145" y="2863"/>
                </a:lnTo>
                <a:lnTo>
                  <a:pt x="1002" y="3006"/>
                </a:lnTo>
                <a:lnTo>
                  <a:pt x="1145" y="3149"/>
                </a:lnTo>
                <a:lnTo>
                  <a:pt x="2290" y="4318"/>
                </a:lnTo>
                <a:cubicBezTo>
                  <a:pt x="2123" y="4628"/>
                  <a:pt x="2004" y="4938"/>
                  <a:pt x="1885" y="5295"/>
                </a:cubicBezTo>
                <a:lnTo>
                  <a:pt x="1" y="5295"/>
                </a:lnTo>
                <a:lnTo>
                  <a:pt x="1" y="5510"/>
                </a:lnTo>
                <a:lnTo>
                  <a:pt x="1" y="8038"/>
                </a:lnTo>
                <a:lnTo>
                  <a:pt x="1" y="8253"/>
                </a:lnTo>
                <a:lnTo>
                  <a:pt x="1861" y="8253"/>
                </a:lnTo>
                <a:cubicBezTo>
                  <a:pt x="1980" y="8611"/>
                  <a:pt x="2099" y="8968"/>
                  <a:pt x="2290" y="9302"/>
                </a:cubicBezTo>
                <a:lnTo>
                  <a:pt x="1145" y="10447"/>
                </a:lnTo>
                <a:lnTo>
                  <a:pt x="1002" y="10614"/>
                </a:lnTo>
                <a:lnTo>
                  <a:pt x="1145" y="10757"/>
                </a:lnTo>
                <a:lnTo>
                  <a:pt x="2934" y="12546"/>
                </a:lnTo>
                <a:lnTo>
                  <a:pt x="3077" y="12689"/>
                </a:lnTo>
                <a:lnTo>
                  <a:pt x="3220" y="12546"/>
                </a:lnTo>
                <a:lnTo>
                  <a:pt x="4413" y="11353"/>
                </a:lnTo>
                <a:cubicBezTo>
                  <a:pt x="4723" y="11497"/>
                  <a:pt x="5057" y="11640"/>
                  <a:pt x="5367" y="11735"/>
                </a:cubicBezTo>
                <a:lnTo>
                  <a:pt x="5367" y="13405"/>
                </a:lnTo>
                <a:lnTo>
                  <a:pt x="5367" y="13619"/>
                </a:lnTo>
                <a:lnTo>
                  <a:pt x="8324" y="13619"/>
                </a:lnTo>
                <a:lnTo>
                  <a:pt x="8324" y="13405"/>
                </a:lnTo>
                <a:lnTo>
                  <a:pt x="8324" y="11687"/>
                </a:lnTo>
                <a:cubicBezTo>
                  <a:pt x="8634" y="11592"/>
                  <a:pt x="8921" y="11473"/>
                  <a:pt x="9183" y="11330"/>
                </a:cubicBezTo>
                <a:lnTo>
                  <a:pt x="10423" y="12546"/>
                </a:lnTo>
                <a:lnTo>
                  <a:pt x="10566" y="12689"/>
                </a:lnTo>
                <a:lnTo>
                  <a:pt x="10709" y="12546"/>
                </a:lnTo>
                <a:lnTo>
                  <a:pt x="12498" y="10757"/>
                </a:lnTo>
                <a:lnTo>
                  <a:pt x="12641" y="10614"/>
                </a:lnTo>
                <a:lnTo>
                  <a:pt x="12498" y="10471"/>
                </a:lnTo>
                <a:lnTo>
                  <a:pt x="11282" y="9231"/>
                </a:lnTo>
                <a:cubicBezTo>
                  <a:pt x="11425" y="8945"/>
                  <a:pt x="11568" y="8635"/>
                  <a:pt x="11663" y="8324"/>
                </a:cubicBezTo>
                <a:lnTo>
                  <a:pt x="13667" y="8324"/>
                </a:lnTo>
                <a:lnTo>
                  <a:pt x="13667" y="8110"/>
                </a:lnTo>
                <a:lnTo>
                  <a:pt x="13667" y="5582"/>
                </a:lnTo>
                <a:lnTo>
                  <a:pt x="13667" y="5367"/>
                </a:lnTo>
                <a:lnTo>
                  <a:pt x="11735" y="5367"/>
                </a:lnTo>
                <a:cubicBezTo>
                  <a:pt x="11640" y="5009"/>
                  <a:pt x="11496" y="4675"/>
                  <a:pt x="11306" y="4389"/>
                </a:cubicBezTo>
                <a:lnTo>
                  <a:pt x="12522" y="3149"/>
                </a:lnTo>
                <a:lnTo>
                  <a:pt x="12689" y="3006"/>
                </a:lnTo>
                <a:lnTo>
                  <a:pt x="12522" y="2863"/>
                </a:lnTo>
                <a:lnTo>
                  <a:pt x="10733" y="1074"/>
                </a:lnTo>
                <a:lnTo>
                  <a:pt x="10590" y="931"/>
                </a:lnTo>
                <a:lnTo>
                  <a:pt x="10447" y="1074"/>
                </a:lnTo>
                <a:lnTo>
                  <a:pt x="9231" y="2290"/>
                </a:lnTo>
                <a:cubicBezTo>
                  <a:pt x="8921" y="2147"/>
                  <a:pt x="8587" y="2004"/>
                  <a:pt x="8277" y="1909"/>
                </a:cubicBezTo>
                <a:lnTo>
                  <a:pt x="8277" y="215"/>
                </a:lnTo>
                <a:lnTo>
                  <a:pt x="8277" y="1"/>
                </a:ln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28" name="Google Shape;4075;p74"/>
          <p:cNvSpPr/>
          <p:nvPr/>
        </p:nvSpPr>
        <p:spPr>
          <a:xfrm>
            <a:off x="6506974" y="2363328"/>
            <a:ext cx="370058" cy="373152"/>
          </a:xfrm>
          <a:custGeom>
            <a:avLst/>
            <a:gdLst/>
            <a:ahLst/>
            <a:cxnLst/>
            <a:rect l="l" t="t" r="r" b="b"/>
            <a:pathLst>
              <a:path w="8611" h="8683" extrusionOk="0">
                <a:moveTo>
                  <a:pt x="4246" y="2624"/>
                </a:moveTo>
                <a:cubicBezTo>
                  <a:pt x="5176" y="2624"/>
                  <a:pt x="5963" y="3387"/>
                  <a:pt x="5963" y="4318"/>
                </a:cubicBezTo>
                <a:cubicBezTo>
                  <a:pt x="5963" y="5248"/>
                  <a:pt x="5176" y="6035"/>
                  <a:pt x="4246" y="6035"/>
                </a:cubicBezTo>
                <a:cubicBezTo>
                  <a:pt x="3340" y="6035"/>
                  <a:pt x="2553" y="5248"/>
                  <a:pt x="2553" y="4318"/>
                </a:cubicBezTo>
                <a:cubicBezTo>
                  <a:pt x="2553" y="3411"/>
                  <a:pt x="3340" y="2624"/>
                  <a:pt x="4246" y="2624"/>
                </a:cubicBezTo>
                <a:close/>
                <a:moveTo>
                  <a:pt x="3340" y="1"/>
                </a:moveTo>
                <a:lnTo>
                  <a:pt x="3340" y="144"/>
                </a:lnTo>
                <a:lnTo>
                  <a:pt x="3340" y="1217"/>
                </a:lnTo>
                <a:cubicBezTo>
                  <a:pt x="3125" y="1289"/>
                  <a:pt x="2934" y="1384"/>
                  <a:pt x="2768" y="1456"/>
                </a:cubicBezTo>
                <a:lnTo>
                  <a:pt x="2028" y="716"/>
                </a:lnTo>
                <a:lnTo>
                  <a:pt x="1933" y="621"/>
                </a:lnTo>
                <a:lnTo>
                  <a:pt x="1837" y="716"/>
                </a:lnTo>
                <a:lnTo>
                  <a:pt x="716" y="1861"/>
                </a:lnTo>
                <a:lnTo>
                  <a:pt x="621" y="1933"/>
                </a:lnTo>
                <a:lnTo>
                  <a:pt x="716" y="2028"/>
                </a:lnTo>
                <a:lnTo>
                  <a:pt x="1456" y="2767"/>
                </a:lnTo>
                <a:cubicBezTo>
                  <a:pt x="1337" y="2982"/>
                  <a:pt x="1241" y="3173"/>
                  <a:pt x="1193" y="3411"/>
                </a:cubicBezTo>
                <a:lnTo>
                  <a:pt x="1" y="3411"/>
                </a:lnTo>
                <a:lnTo>
                  <a:pt x="1" y="3554"/>
                </a:lnTo>
                <a:lnTo>
                  <a:pt x="1" y="5128"/>
                </a:lnTo>
                <a:lnTo>
                  <a:pt x="1" y="5272"/>
                </a:lnTo>
                <a:lnTo>
                  <a:pt x="1193" y="5272"/>
                </a:lnTo>
                <a:cubicBezTo>
                  <a:pt x="1241" y="5510"/>
                  <a:pt x="1337" y="5725"/>
                  <a:pt x="1456" y="5939"/>
                </a:cubicBezTo>
                <a:lnTo>
                  <a:pt x="716" y="6679"/>
                </a:lnTo>
                <a:lnTo>
                  <a:pt x="621" y="6774"/>
                </a:lnTo>
                <a:lnTo>
                  <a:pt x="716" y="6870"/>
                </a:lnTo>
                <a:lnTo>
                  <a:pt x="1837" y="7991"/>
                </a:lnTo>
                <a:lnTo>
                  <a:pt x="1933" y="8086"/>
                </a:lnTo>
                <a:lnTo>
                  <a:pt x="2028" y="7991"/>
                </a:lnTo>
                <a:lnTo>
                  <a:pt x="2768" y="7251"/>
                </a:lnTo>
                <a:cubicBezTo>
                  <a:pt x="2982" y="7347"/>
                  <a:pt x="3149" y="7418"/>
                  <a:pt x="3364" y="7490"/>
                </a:cubicBezTo>
                <a:lnTo>
                  <a:pt x="3364" y="8539"/>
                </a:lnTo>
                <a:lnTo>
                  <a:pt x="3364" y="8682"/>
                </a:lnTo>
                <a:lnTo>
                  <a:pt x="5248" y="8682"/>
                </a:lnTo>
                <a:lnTo>
                  <a:pt x="5248" y="8539"/>
                </a:lnTo>
                <a:lnTo>
                  <a:pt x="5248" y="7466"/>
                </a:lnTo>
                <a:cubicBezTo>
                  <a:pt x="5415" y="7394"/>
                  <a:pt x="5630" y="7299"/>
                  <a:pt x="5773" y="7227"/>
                </a:cubicBezTo>
                <a:lnTo>
                  <a:pt x="6560" y="7991"/>
                </a:lnTo>
                <a:lnTo>
                  <a:pt x="6631" y="8086"/>
                </a:lnTo>
                <a:lnTo>
                  <a:pt x="6727" y="7991"/>
                </a:lnTo>
                <a:lnTo>
                  <a:pt x="7872" y="6870"/>
                </a:lnTo>
                <a:lnTo>
                  <a:pt x="7943" y="6774"/>
                </a:lnTo>
                <a:lnTo>
                  <a:pt x="7872" y="6679"/>
                </a:lnTo>
                <a:lnTo>
                  <a:pt x="7084" y="5916"/>
                </a:lnTo>
                <a:cubicBezTo>
                  <a:pt x="7180" y="5725"/>
                  <a:pt x="7275" y="5510"/>
                  <a:pt x="7323" y="5319"/>
                </a:cubicBezTo>
                <a:lnTo>
                  <a:pt x="8468" y="5272"/>
                </a:lnTo>
                <a:lnTo>
                  <a:pt x="8611" y="5272"/>
                </a:lnTo>
                <a:lnTo>
                  <a:pt x="8611" y="5128"/>
                </a:lnTo>
                <a:lnTo>
                  <a:pt x="8611" y="3554"/>
                </a:lnTo>
                <a:lnTo>
                  <a:pt x="8611" y="3387"/>
                </a:lnTo>
                <a:lnTo>
                  <a:pt x="7395" y="3387"/>
                </a:lnTo>
                <a:cubicBezTo>
                  <a:pt x="7323" y="3197"/>
                  <a:pt x="7228" y="2982"/>
                  <a:pt x="7108" y="2767"/>
                </a:cubicBezTo>
                <a:lnTo>
                  <a:pt x="7895" y="2004"/>
                </a:lnTo>
                <a:lnTo>
                  <a:pt x="7991" y="1909"/>
                </a:lnTo>
                <a:lnTo>
                  <a:pt x="7895" y="1813"/>
                </a:lnTo>
                <a:lnTo>
                  <a:pt x="6751" y="692"/>
                </a:lnTo>
                <a:lnTo>
                  <a:pt x="6679" y="597"/>
                </a:lnTo>
                <a:lnTo>
                  <a:pt x="6584" y="692"/>
                </a:lnTo>
                <a:lnTo>
                  <a:pt x="5797" y="1456"/>
                </a:lnTo>
                <a:cubicBezTo>
                  <a:pt x="5630" y="1360"/>
                  <a:pt x="5415" y="1289"/>
                  <a:pt x="5200" y="1217"/>
                </a:cubicBezTo>
                <a:lnTo>
                  <a:pt x="5200" y="144"/>
                </a:lnTo>
                <a:lnTo>
                  <a:pt x="5200" y="1"/>
                </a:ln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29" name="Google Shape;4076;p74"/>
          <p:cNvSpPr/>
          <p:nvPr/>
        </p:nvSpPr>
        <p:spPr>
          <a:xfrm>
            <a:off x="6462925" y="2692345"/>
            <a:ext cx="64591" cy="52215"/>
          </a:xfrm>
          <a:custGeom>
            <a:avLst/>
            <a:gdLst/>
            <a:ahLst/>
            <a:cxnLst/>
            <a:rect l="l" t="t" r="r" b="b"/>
            <a:pathLst>
              <a:path w="1503" h="1215" extrusionOk="0">
                <a:moveTo>
                  <a:pt x="334" y="1"/>
                </a:moveTo>
                <a:cubicBezTo>
                  <a:pt x="215" y="168"/>
                  <a:pt x="96" y="335"/>
                  <a:pt x="0" y="501"/>
                </a:cubicBezTo>
                <a:cubicBezTo>
                  <a:pt x="24" y="549"/>
                  <a:pt x="96" y="573"/>
                  <a:pt x="120" y="597"/>
                </a:cubicBezTo>
                <a:cubicBezTo>
                  <a:pt x="215" y="692"/>
                  <a:pt x="310" y="788"/>
                  <a:pt x="382" y="835"/>
                </a:cubicBezTo>
                <a:cubicBezTo>
                  <a:pt x="453" y="931"/>
                  <a:pt x="501" y="1026"/>
                  <a:pt x="597" y="1074"/>
                </a:cubicBezTo>
                <a:cubicBezTo>
                  <a:pt x="668" y="1145"/>
                  <a:pt x="811" y="1169"/>
                  <a:pt x="907" y="1193"/>
                </a:cubicBezTo>
                <a:cubicBezTo>
                  <a:pt x="907" y="1193"/>
                  <a:pt x="917" y="1214"/>
                  <a:pt x="931" y="1214"/>
                </a:cubicBezTo>
                <a:cubicBezTo>
                  <a:pt x="938" y="1214"/>
                  <a:pt x="946" y="1209"/>
                  <a:pt x="954" y="1193"/>
                </a:cubicBezTo>
                <a:cubicBezTo>
                  <a:pt x="978" y="1169"/>
                  <a:pt x="978" y="1145"/>
                  <a:pt x="1026" y="1145"/>
                </a:cubicBezTo>
                <a:cubicBezTo>
                  <a:pt x="1050" y="1145"/>
                  <a:pt x="1050" y="1145"/>
                  <a:pt x="1074" y="1122"/>
                </a:cubicBezTo>
                <a:cubicBezTo>
                  <a:pt x="1097" y="1074"/>
                  <a:pt x="1097" y="1074"/>
                  <a:pt x="1097" y="1050"/>
                </a:cubicBezTo>
                <a:lnTo>
                  <a:pt x="1145" y="1026"/>
                </a:lnTo>
                <a:cubicBezTo>
                  <a:pt x="1169" y="1002"/>
                  <a:pt x="1193" y="955"/>
                  <a:pt x="1193" y="931"/>
                </a:cubicBezTo>
                <a:cubicBezTo>
                  <a:pt x="1193" y="907"/>
                  <a:pt x="1193" y="907"/>
                  <a:pt x="1217" y="883"/>
                </a:cubicBezTo>
                <a:cubicBezTo>
                  <a:pt x="1264" y="883"/>
                  <a:pt x="1288" y="883"/>
                  <a:pt x="1288" y="835"/>
                </a:cubicBezTo>
                <a:cubicBezTo>
                  <a:pt x="1288" y="812"/>
                  <a:pt x="1288" y="788"/>
                  <a:pt x="1312" y="788"/>
                </a:cubicBezTo>
                <a:lnTo>
                  <a:pt x="1312" y="764"/>
                </a:lnTo>
                <a:cubicBezTo>
                  <a:pt x="1288" y="716"/>
                  <a:pt x="1264" y="668"/>
                  <a:pt x="1217" y="645"/>
                </a:cubicBezTo>
                <a:cubicBezTo>
                  <a:pt x="1193" y="645"/>
                  <a:pt x="1145" y="549"/>
                  <a:pt x="1145" y="549"/>
                </a:cubicBezTo>
                <a:cubicBezTo>
                  <a:pt x="1193" y="525"/>
                  <a:pt x="1217" y="478"/>
                  <a:pt x="1288" y="478"/>
                </a:cubicBezTo>
                <a:cubicBezTo>
                  <a:pt x="1304" y="478"/>
                  <a:pt x="1320" y="499"/>
                  <a:pt x="1343" y="499"/>
                </a:cubicBezTo>
                <a:cubicBezTo>
                  <a:pt x="1355" y="499"/>
                  <a:pt x="1368" y="494"/>
                  <a:pt x="1384" y="478"/>
                </a:cubicBezTo>
                <a:cubicBezTo>
                  <a:pt x="1408" y="478"/>
                  <a:pt x="1431" y="454"/>
                  <a:pt x="1455" y="430"/>
                </a:cubicBezTo>
                <a:cubicBezTo>
                  <a:pt x="1455" y="406"/>
                  <a:pt x="1503" y="406"/>
                  <a:pt x="1503" y="358"/>
                </a:cubicBezTo>
                <a:lnTo>
                  <a:pt x="1503" y="239"/>
                </a:lnTo>
                <a:lnTo>
                  <a:pt x="1455" y="215"/>
                </a:lnTo>
                <a:lnTo>
                  <a:pt x="1431" y="215"/>
                </a:lnTo>
                <a:cubicBezTo>
                  <a:pt x="1384" y="215"/>
                  <a:pt x="1288" y="239"/>
                  <a:pt x="1217" y="239"/>
                </a:cubicBezTo>
                <a:cubicBezTo>
                  <a:pt x="1205" y="251"/>
                  <a:pt x="1191" y="256"/>
                  <a:pt x="1177" y="256"/>
                </a:cubicBezTo>
                <a:cubicBezTo>
                  <a:pt x="1133" y="256"/>
                  <a:pt x="1080" y="215"/>
                  <a:pt x="1026" y="215"/>
                </a:cubicBezTo>
                <a:cubicBezTo>
                  <a:pt x="954" y="215"/>
                  <a:pt x="907" y="191"/>
                  <a:pt x="835" y="191"/>
                </a:cubicBezTo>
                <a:cubicBezTo>
                  <a:pt x="716" y="168"/>
                  <a:pt x="620" y="168"/>
                  <a:pt x="549" y="120"/>
                </a:cubicBezTo>
                <a:lnTo>
                  <a:pt x="430" y="96"/>
                </a:lnTo>
                <a:lnTo>
                  <a:pt x="334" y="1"/>
                </a:ln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30" name="Google Shape;4077;p74"/>
          <p:cNvSpPr/>
          <p:nvPr/>
        </p:nvSpPr>
        <p:spPr>
          <a:xfrm>
            <a:off x="6376803" y="2626765"/>
            <a:ext cx="107695" cy="91236"/>
          </a:xfrm>
          <a:custGeom>
            <a:avLst/>
            <a:gdLst/>
            <a:ahLst/>
            <a:cxnLst/>
            <a:rect l="l" t="t" r="r" b="b"/>
            <a:pathLst>
              <a:path w="2506" h="2123" extrusionOk="0">
                <a:moveTo>
                  <a:pt x="430" y="0"/>
                </a:moveTo>
                <a:cubicBezTo>
                  <a:pt x="216" y="0"/>
                  <a:pt x="120" y="72"/>
                  <a:pt x="72" y="310"/>
                </a:cubicBezTo>
                <a:cubicBezTo>
                  <a:pt x="49" y="382"/>
                  <a:pt x="1" y="406"/>
                  <a:pt x="1" y="453"/>
                </a:cubicBezTo>
                <a:cubicBezTo>
                  <a:pt x="1" y="525"/>
                  <a:pt x="1" y="620"/>
                  <a:pt x="49" y="668"/>
                </a:cubicBezTo>
                <a:cubicBezTo>
                  <a:pt x="96" y="787"/>
                  <a:pt x="192" y="883"/>
                  <a:pt x="287" y="930"/>
                </a:cubicBezTo>
                <a:cubicBezTo>
                  <a:pt x="669" y="1193"/>
                  <a:pt x="1050" y="1479"/>
                  <a:pt x="1480" y="1717"/>
                </a:cubicBezTo>
                <a:cubicBezTo>
                  <a:pt x="1670" y="1837"/>
                  <a:pt x="1957" y="2004"/>
                  <a:pt x="2147" y="2123"/>
                </a:cubicBezTo>
                <a:lnTo>
                  <a:pt x="2505" y="1646"/>
                </a:lnTo>
                <a:cubicBezTo>
                  <a:pt x="2505" y="1646"/>
                  <a:pt x="1360" y="763"/>
                  <a:pt x="788" y="215"/>
                </a:cubicBezTo>
                <a:cubicBezTo>
                  <a:pt x="693" y="119"/>
                  <a:pt x="573" y="0"/>
                  <a:pt x="430" y="0"/>
                </a:cubicBez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31" name="Google Shape;4078;p74"/>
          <p:cNvSpPr/>
          <p:nvPr/>
        </p:nvSpPr>
        <p:spPr>
          <a:xfrm>
            <a:off x="6491632" y="2708675"/>
            <a:ext cx="27719" cy="38033"/>
          </a:xfrm>
          <a:custGeom>
            <a:avLst/>
            <a:gdLst/>
            <a:ahLst/>
            <a:cxnLst/>
            <a:rect l="l" t="t" r="r" b="b"/>
            <a:pathLst>
              <a:path w="645" h="885" extrusionOk="0">
                <a:moveTo>
                  <a:pt x="322" y="0"/>
                </a:moveTo>
                <a:cubicBezTo>
                  <a:pt x="115" y="0"/>
                  <a:pt x="72" y="193"/>
                  <a:pt x="72" y="193"/>
                </a:cubicBezTo>
                <a:lnTo>
                  <a:pt x="191" y="384"/>
                </a:lnTo>
                <a:cubicBezTo>
                  <a:pt x="171" y="357"/>
                  <a:pt x="150" y="347"/>
                  <a:pt x="131" y="347"/>
                </a:cubicBezTo>
                <a:cubicBezTo>
                  <a:pt x="84" y="347"/>
                  <a:pt x="48" y="408"/>
                  <a:pt x="48" y="408"/>
                </a:cubicBezTo>
                <a:cubicBezTo>
                  <a:pt x="119" y="503"/>
                  <a:pt x="119" y="455"/>
                  <a:pt x="167" y="551"/>
                </a:cubicBezTo>
                <a:cubicBezTo>
                  <a:pt x="191" y="551"/>
                  <a:pt x="191" y="575"/>
                  <a:pt x="239" y="622"/>
                </a:cubicBezTo>
                <a:lnTo>
                  <a:pt x="72" y="455"/>
                </a:lnTo>
                <a:cubicBezTo>
                  <a:pt x="72" y="455"/>
                  <a:pt x="48" y="455"/>
                  <a:pt x="24" y="527"/>
                </a:cubicBezTo>
                <a:cubicBezTo>
                  <a:pt x="0" y="575"/>
                  <a:pt x="191" y="861"/>
                  <a:pt x="286" y="885"/>
                </a:cubicBezTo>
                <a:lnTo>
                  <a:pt x="310" y="885"/>
                </a:lnTo>
                <a:cubicBezTo>
                  <a:pt x="334" y="885"/>
                  <a:pt x="382" y="885"/>
                  <a:pt x="382" y="837"/>
                </a:cubicBezTo>
                <a:lnTo>
                  <a:pt x="382" y="813"/>
                </a:lnTo>
                <a:cubicBezTo>
                  <a:pt x="406" y="789"/>
                  <a:pt x="429" y="789"/>
                  <a:pt x="429" y="765"/>
                </a:cubicBezTo>
                <a:cubicBezTo>
                  <a:pt x="477" y="718"/>
                  <a:pt x="429" y="694"/>
                  <a:pt x="477" y="670"/>
                </a:cubicBezTo>
                <a:cubicBezTo>
                  <a:pt x="477" y="646"/>
                  <a:pt x="501" y="646"/>
                  <a:pt x="525" y="599"/>
                </a:cubicBezTo>
                <a:cubicBezTo>
                  <a:pt x="549" y="575"/>
                  <a:pt x="525" y="527"/>
                  <a:pt x="549" y="479"/>
                </a:cubicBezTo>
                <a:cubicBezTo>
                  <a:pt x="596" y="455"/>
                  <a:pt x="620" y="455"/>
                  <a:pt x="620" y="432"/>
                </a:cubicBezTo>
                <a:cubicBezTo>
                  <a:pt x="644" y="432"/>
                  <a:pt x="620" y="408"/>
                  <a:pt x="620" y="360"/>
                </a:cubicBezTo>
                <a:cubicBezTo>
                  <a:pt x="596" y="336"/>
                  <a:pt x="358" y="2"/>
                  <a:pt x="358" y="2"/>
                </a:cubicBezTo>
                <a:cubicBezTo>
                  <a:pt x="345" y="1"/>
                  <a:pt x="333" y="0"/>
                  <a:pt x="322" y="0"/>
                </a:cubicBez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24" name="Google Shape;4079;p74"/>
          <p:cNvSpPr/>
          <p:nvPr/>
        </p:nvSpPr>
        <p:spPr>
          <a:xfrm>
            <a:off x="6375814" y="2506478"/>
            <a:ext cx="70737" cy="155698"/>
          </a:xfrm>
          <a:custGeom>
            <a:avLst/>
            <a:gdLst/>
            <a:ahLst/>
            <a:cxnLst/>
            <a:rect l="l" t="t" r="r" b="b"/>
            <a:pathLst>
              <a:path w="1646" h="3623" extrusionOk="0">
                <a:moveTo>
                  <a:pt x="1051" y="0"/>
                </a:moveTo>
                <a:cubicBezTo>
                  <a:pt x="941" y="0"/>
                  <a:pt x="812" y="31"/>
                  <a:pt x="739" y="104"/>
                </a:cubicBezTo>
                <a:cubicBezTo>
                  <a:pt x="692" y="152"/>
                  <a:pt x="620" y="223"/>
                  <a:pt x="596" y="319"/>
                </a:cubicBezTo>
                <a:cubicBezTo>
                  <a:pt x="501" y="510"/>
                  <a:pt x="477" y="748"/>
                  <a:pt x="453" y="939"/>
                </a:cubicBezTo>
                <a:cubicBezTo>
                  <a:pt x="358" y="1297"/>
                  <a:pt x="262" y="1654"/>
                  <a:pt x="215" y="2012"/>
                </a:cubicBezTo>
                <a:cubicBezTo>
                  <a:pt x="143" y="2251"/>
                  <a:pt x="119" y="2489"/>
                  <a:pt x="95" y="2728"/>
                </a:cubicBezTo>
                <a:cubicBezTo>
                  <a:pt x="72" y="2942"/>
                  <a:pt x="0" y="3181"/>
                  <a:pt x="72" y="3348"/>
                </a:cubicBezTo>
                <a:cubicBezTo>
                  <a:pt x="111" y="3526"/>
                  <a:pt x="283" y="3622"/>
                  <a:pt x="449" y="3622"/>
                </a:cubicBezTo>
                <a:cubicBezTo>
                  <a:pt x="483" y="3622"/>
                  <a:pt x="516" y="3618"/>
                  <a:pt x="549" y="3610"/>
                </a:cubicBezTo>
                <a:cubicBezTo>
                  <a:pt x="596" y="3610"/>
                  <a:pt x="692" y="3586"/>
                  <a:pt x="739" y="3539"/>
                </a:cubicBezTo>
                <a:cubicBezTo>
                  <a:pt x="859" y="3443"/>
                  <a:pt x="906" y="3252"/>
                  <a:pt x="954" y="3085"/>
                </a:cubicBezTo>
                <a:cubicBezTo>
                  <a:pt x="1049" y="2632"/>
                  <a:pt x="1169" y="2227"/>
                  <a:pt x="1264" y="1774"/>
                </a:cubicBezTo>
                <a:cubicBezTo>
                  <a:pt x="1312" y="1559"/>
                  <a:pt x="1336" y="1392"/>
                  <a:pt x="1407" y="1177"/>
                </a:cubicBezTo>
                <a:cubicBezTo>
                  <a:pt x="1503" y="796"/>
                  <a:pt x="1646" y="200"/>
                  <a:pt x="1145" y="9"/>
                </a:cubicBezTo>
                <a:cubicBezTo>
                  <a:pt x="1117" y="3"/>
                  <a:pt x="1085" y="0"/>
                  <a:pt x="1051" y="0"/>
                </a:cubicBez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25" name="Google Shape;4080;p74"/>
          <p:cNvSpPr/>
          <p:nvPr/>
        </p:nvSpPr>
        <p:spPr>
          <a:xfrm>
            <a:off x="6375814" y="2494874"/>
            <a:ext cx="81008" cy="107309"/>
          </a:xfrm>
          <a:custGeom>
            <a:avLst/>
            <a:gdLst/>
            <a:ahLst/>
            <a:cxnLst/>
            <a:rect l="l" t="t" r="r" b="b"/>
            <a:pathLst>
              <a:path w="1885" h="2497" extrusionOk="0">
                <a:moveTo>
                  <a:pt x="1065" y="0"/>
                </a:moveTo>
                <a:cubicBezTo>
                  <a:pt x="348" y="0"/>
                  <a:pt x="0" y="2306"/>
                  <a:pt x="0" y="2306"/>
                </a:cubicBezTo>
                <a:lnTo>
                  <a:pt x="1216" y="2497"/>
                </a:lnTo>
                <a:cubicBezTo>
                  <a:pt x="1264" y="1972"/>
                  <a:pt x="1884" y="231"/>
                  <a:pt x="1169" y="16"/>
                </a:cubicBezTo>
                <a:cubicBezTo>
                  <a:pt x="1133" y="6"/>
                  <a:pt x="1099" y="0"/>
                  <a:pt x="1065" y="0"/>
                </a:cubicBezTo>
                <a:close/>
              </a:path>
            </a:pathLst>
          </a:custGeom>
          <a:solidFill>
            <a:srgbClr val="FF721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26" name="Google Shape;4081;p74"/>
          <p:cNvSpPr/>
          <p:nvPr/>
        </p:nvSpPr>
        <p:spPr>
          <a:xfrm>
            <a:off x="6374783" y="2630933"/>
            <a:ext cx="131246" cy="258280"/>
          </a:xfrm>
          <a:custGeom>
            <a:avLst/>
            <a:gdLst/>
            <a:ahLst/>
            <a:cxnLst/>
            <a:rect l="l" t="t" r="r" b="b"/>
            <a:pathLst>
              <a:path w="3054" h="6010" extrusionOk="0">
                <a:moveTo>
                  <a:pt x="2474" y="0"/>
                </a:moveTo>
                <a:cubicBezTo>
                  <a:pt x="2296" y="0"/>
                  <a:pt x="2023" y="77"/>
                  <a:pt x="1598" y="166"/>
                </a:cubicBezTo>
                <a:cubicBezTo>
                  <a:pt x="1479" y="189"/>
                  <a:pt x="1360" y="237"/>
                  <a:pt x="1240" y="309"/>
                </a:cubicBezTo>
                <a:cubicBezTo>
                  <a:pt x="0" y="1167"/>
                  <a:pt x="740" y="3147"/>
                  <a:pt x="1073" y="4244"/>
                </a:cubicBezTo>
                <a:cubicBezTo>
                  <a:pt x="1217" y="4721"/>
                  <a:pt x="1431" y="5293"/>
                  <a:pt x="1598" y="5770"/>
                </a:cubicBezTo>
                <a:cubicBezTo>
                  <a:pt x="1828" y="5951"/>
                  <a:pt x="2040" y="6010"/>
                  <a:pt x="2221" y="6010"/>
                </a:cubicBezTo>
                <a:cubicBezTo>
                  <a:pt x="2565" y="6010"/>
                  <a:pt x="2791" y="5794"/>
                  <a:pt x="2791" y="5794"/>
                </a:cubicBezTo>
                <a:cubicBezTo>
                  <a:pt x="3029" y="4936"/>
                  <a:pt x="3053" y="4005"/>
                  <a:pt x="3053" y="3147"/>
                </a:cubicBezTo>
                <a:cubicBezTo>
                  <a:pt x="3053" y="2694"/>
                  <a:pt x="2862" y="1072"/>
                  <a:pt x="2815" y="643"/>
                </a:cubicBezTo>
                <a:cubicBezTo>
                  <a:pt x="2787" y="153"/>
                  <a:pt x="2726" y="0"/>
                  <a:pt x="2474" y="0"/>
                </a:cubicBezTo>
                <a:close/>
              </a:path>
            </a:pathLst>
          </a:custGeom>
          <a:solidFill>
            <a:srgbClr val="00BBC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27" name="Google Shape;4082;p74"/>
          <p:cNvSpPr/>
          <p:nvPr/>
        </p:nvSpPr>
        <p:spPr>
          <a:xfrm>
            <a:off x="6414750" y="3058277"/>
            <a:ext cx="145599" cy="113067"/>
          </a:xfrm>
          <a:custGeom>
            <a:avLst/>
            <a:gdLst/>
            <a:ahLst/>
            <a:cxnLst/>
            <a:rect l="l" t="t" r="r" b="b"/>
            <a:pathLst>
              <a:path w="3388" h="2631" extrusionOk="0">
                <a:moveTo>
                  <a:pt x="382" y="0"/>
                </a:moveTo>
                <a:cubicBezTo>
                  <a:pt x="382" y="0"/>
                  <a:pt x="358" y="883"/>
                  <a:pt x="310" y="1217"/>
                </a:cubicBezTo>
                <a:cubicBezTo>
                  <a:pt x="310" y="1240"/>
                  <a:pt x="239" y="1431"/>
                  <a:pt x="239" y="1455"/>
                </a:cubicBezTo>
                <a:cubicBezTo>
                  <a:pt x="191" y="1503"/>
                  <a:pt x="167" y="1598"/>
                  <a:pt x="143" y="1670"/>
                </a:cubicBezTo>
                <a:cubicBezTo>
                  <a:pt x="72" y="1813"/>
                  <a:pt x="0" y="2051"/>
                  <a:pt x="24" y="2194"/>
                </a:cubicBezTo>
                <a:lnTo>
                  <a:pt x="72" y="2266"/>
                </a:lnTo>
                <a:cubicBezTo>
                  <a:pt x="143" y="2314"/>
                  <a:pt x="620" y="2385"/>
                  <a:pt x="764" y="2409"/>
                </a:cubicBezTo>
                <a:lnTo>
                  <a:pt x="1217" y="2505"/>
                </a:lnTo>
                <a:cubicBezTo>
                  <a:pt x="1657" y="2611"/>
                  <a:pt x="1991" y="2630"/>
                  <a:pt x="2175" y="2630"/>
                </a:cubicBezTo>
                <a:cubicBezTo>
                  <a:pt x="2281" y="2630"/>
                  <a:pt x="2338" y="2624"/>
                  <a:pt x="2338" y="2624"/>
                </a:cubicBezTo>
                <a:cubicBezTo>
                  <a:pt x="3387" y="2528"/>
                  <a:pt x="3292" y="2314"/>
                  <a:pt x="3292" y="2314"/>
                </a:cubicBezTo>
                <a:cubicBezTo>
                  <a:pt x="3220" y="2194"/>
                  <a:pt x="3101" y="2171"/>
                  <a:pt x="3053" y="2147"/>
                </a:cubicBezTo>
                <a:cubicBezTo>
                  <a:pt x="3029" y="2099"/>
                  <a:pt x="2218" y="1908"/>
                  <a:pt x="2218" y="1908"/>
                </a:cubicBezTo>
                <a:cubicBezTo>
                  <a:pt x="2218" y="1908"/>
                  <a:pt x="1551" y="1527"/>
                  <a:pt x="1145" y="1264"/>
                </a:cubicBezTo>
                <a:cubicBezTo>
                  <a:pt x="1074" y="835"/>
                  <a:pt x="1264" y="48"/>
                  <a:pt x="1264" y="48"/>
                </a:cubicBezTo>
                <a:lnTo>
                  <a:pt x="382" y="0"/>
                </a:ln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31" name="Google Shape;4083;p74"/>
          <p:cNvSpPr/>
          <p:nvPr/>
        </p:nvSpPr>
        <p:spPr>
          <a:xfrm>
            <a:off x="6411655" y="3119774"/>
            <a:ext cx="147662" cy="51570"/>
          </a:xfrm>
          <a:custGeom>
            <a:avLst/>
            <a:gdLst/>
            <a:ahLst/>
            <a:cxnLst/>
            <a:rect l="l" t="t" r="r" b="b"/>
            <a:pathLst>
              <a:path w="3436" h="1200" extrusionOk="0">
                <a:moveTo>
                  <a:pt x="1408" y="0"/>
                </a:moveTo>
                <a:cubicBezTo>
                  <a:pt x="1289" y="48"/>
                  <a:pt x="1098" y="72"/>
                  <a:pt x="955" y="72"/>
                </a:cubicBezTo>
                <a:cubicBezTo>
                  <a:pt x="740" y="72"/>
                  <a:pt x="502" y="72"/>
                  <a:pt x="263" y="24"/>
                </a:cubicBezTo>
                <a:cubicBezTo>
                  <a:pt x="239" y="72"/>
                  <a:pt x="215" y="143"/>
                  <a:pt x="120" y="239"/>
                </a:cubicBezTo>
                <a:cubicBezTo>
                  <a:pt x="96" y="382"/>
                  <a:pt x="1" y="620"/>
                  <a:pt x="72" y="763"/>
                </a:cubicBezTo>
                <a:lnTo>
                  <a:pt x="120" y="835"/>
                </a:lnTo>
                <a:cubicBezTo>
                  <a:pt x="192" y="883"/>
                  <a:pt x="669" y="954"/>
                  <a:pt x="812" y="978"/>
                </a:cubicBezTo>
                <a:lnTo>
                  <a:pt x="1265" y="1074"/>
                </a:lnTo>
                <a:cubicBezTo>
                  <a:pt x="1690" y="1180"/>
                  <a:pt x="2028" y="1199"/>
                  <a:pt x="2218" y="1199"/>
                </a:cubicBezTo>
                <a:cubicBezTo>
                  <a:pt x="2326" y="1199"/>
                  <a:pt x="2386" y="1193"/>
                  <a:pt x="2386" y="1193"/>
                </a:cubicBezTo>
                <a:cubicBezTo>
                  <a:pt x="3435" y="1097"/>
                  <a:pt x="3340" y="883"/>
                  <a:pt x="3340" y="883"/>
                </a:cubicBezTo>
                <a:cubicBezTo>
                  <a:pt x="3244" y="763"/>
                  <a:pt x="3125" y="740"/>
                  <a:pt x="3101" y="716"/>
                </a:cubicBezTo>
                <a:cubicBezTo>
                  <a:pt x="3078" y="668"/>
                  <a:pt x="2267" y="477"/>
                  <a:pt x="2267" y="477"/>
                </a:cubicBezTo>
                <a:cubicBezTo>
                  <a:pt x="2267" y="477"/>
                  <a:pt x="1790" y="239"/>
                  <a:pt x="1408" y="0"/>
                </a:cubicBezTo>
                <a:close/>
              </a:path>
            </a:pathLst>
          </a:custGeom>
          <a:solidFill>
            <a:srgbClr val="34343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57" name="Google Shape;4084;p74"/>
          <p:cNvSpPr/>
          <p:nvPr/>
        </p:nvSpPr>
        <p:spPr>
          <a:xfrm>
            <a:off x="6422958" y="2855306"/>
            <a:ext cx="73831" cy="221450"/>
          </a:xfrm>
          <a:custGeom>
            <a:avLst/>
            <a:gdLst/>
            <a:ahLst/>
            <a:cxnLst/>
            <a:rect l="l" t="t" r="r" b="b"/>
            <a:pathLst>
              <a:path w="1718" h="5153" extrusionOk="0">
                <a:moveTo>
                  <a:pt x="1073" y="1"/>
                </a:moveTo>
                <a:cubicBezTo>
                  <a:pt x="835" y="1"/>
                  <a:pt x="644" y="216"/>
                  <a:pt x="549" y="430"/>
                </a:cubicBezTo>
                <a:cubicBezTo>
                  <a:pt x="0" y="1694"/>
                  <a:pt x="72" y="4055"/>
                  <a:pt x="167" y="5129"/>
                </a:cubicBezTo>
                <a:lnTo>
                  <a:pt x="1073" y="5153"/>
                </a:lnTo>
                <a:cubicBezTo>
                  <a:pt x="1264" y="3936"/>
                  <a:pt x="1646" y="1336"/>
                  <a:pt x="1670" y="931"/>
                </a:cubicBezTo>
                <a:cubicBezTo>
                  <a:pt x="1717" y="788"/>
                  <a:pt x="1717" y="359"/>
                  <a:pt x="1622" y="239"/>
                </a:cubicBezTo>
                <a:cubicBezTo>
                  <a:pt x="1503" y="96"/>
                  <a:pt x="1264" y="1"/>
                  <a:pt x="1073" y="1"/>
                </a:cubicBezTo>
                <a:close/>
              </a:path>
            </a:pathLst>
          </a:custGeom>
          <a:solidFill>
            <a:srgbClr val="00BBC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58" name="Google Shape;4085;p74"/>
          <p:cNvSpPr/>
          <p:nvPr/>
        </p:nvSpPr>
        <p:spPr>
          <a:xfrm>
            <a:off x="6396313" y="2682117"/>
            <a:ext cx="188617" cy="214531"/>
          </a:xfrm>
          <a:custGeom>
            <a:avLst/>
            <a:gdLst/>
            <a:ahLst/>
            <a:cxnLst/>
            <a:rect l="l" t="t" r="r" b="b"/>
            <a:pathLst>
              <a:path w="4389" h="4992" extrusionOk="0">
                <a:moveTo>
                  <a:pt x="95" y="0"/>
                </a:moveTo>
                <a:cubicBezTo>
                  <a:pt x="0" y="668"/>
                  <a:pt x="119" y="1145"/>
                  <a:pt x="119" y="1145"/>
                </a:cubicBezTo>
                <a:cubicBezTo>
                  <a:pt x="310" y="2004"/>
                  <a:pt x="1383" y="2337"/>
                  <a:pt x="1741" y="2433"/>
                </a:cubicBezTo>
                <a:cubicBezTo>
                  <a:pt x="1932" y="2838"/>
                  <a:pt x="2170" y="3220"/>
                  <a:pt x="2361" y="3554"/>
                </a:cubicBezTo>
                <a:cubicBezTo>
                  <a:pt x="2600" y="4007"/>
                  <a:pt x="2862" y="4412"/>
                  <a:pt x="3124" y="4842"/>
                </a:cubicBezTo>
                <a:cubicBezTo>
                  <a:pt x="3330" y="4951"/>
                  <a:pt x="3516" y="4991"/>
                  <a:pt x="3676" y="4991"/>
                </a:cubicBezTo>
                <a:cubicBezTo>
                  <a:pt x="4110" y="4991"/>
                  <a:pt x="4365" y="4699"/>
                  <a:pt x="4365" y="4699"/>
                </a:cubicBezTo>
                <a:cubicBezTo>
                  <a:pt x="4389" y="3792"/>
                  <a:pt x="4245" y="2910"/>
                  <a:pt x="4055" y="2027"/>
                </a:cubicBezTo>
                <a:cubicBezTo>
                  <a:pt x="3959" y="1717"/>
                  <a:pt x="3578" y="644"/>
                  <a:pt x="3363" y="0"/>
                </a:cubicBezTo>
                <a:close/>
              </a:path>
            </a:pathLst>
          </a:custGeom>
          <a:solidFill>
            <a:srgbClr val="00BBC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59" name="Google Shape;4086;p74"/>
          <p:cNvSpPr/>
          <p:nvPr/>
        </p:nvSpPr>
        <p:spPr>
          <a:xfrm>
            <a:off x="6532630" y="3065454"/>
            <a:ext cx="146588" cy="105847"/>
          </a:xfrm>
          <a:custGeom>
            <a:avLst/>
            <a:gdLst/>
            <a:ahLst/>
            <a:cxnLst/>
            <a:rect l="l" t="t" r="r" b="b"/>
            <a:pathLst>
              <a:path w="3411" h="2463" extrusionOk="0">
                <a:moveTo>
                  <a:pt x="1026" y="0"/>
                </a:moveTo>
                <a:lnTo>
                  <a:pt x="143" y="24"/>
                </a:lnTo>
                <a:cubicBezTo>
                  <a:pt x="143" y="24"/>
                  <a:pt x="191" y="930"/>
                  <a:pt x="191" y="1264"/>
                </a:cubicBezTo>
                <a:cubicBezTo>
                  <a:pt x="191" y="1288"/>
                  <a:pt x="143" y="1455"/>
                  <a:pt x="143" y="1503"/>
                </a:cubicBezTo>
                <a:cubicBezTo>
                  <a:pt x="119" y="1550"/>
                  <a:pt x="72" y="1646"/>
                  <a:pt x="72" y="1694"/>
                </a:cubicBezTo>
                <a:cubicBezTo>
                  <a:pt x="48" y="1861"/>
                  <a:pt x="0" y="2099"/>
                  <a:pt x="119" y="2266"/>
                </a:cubicBezTo>
                <a:lnTo>
                  <a:pt x="167" y="2314"/>
                </a:lnTo>
                <a:cubicBezTo>
                  <a:pt x="239" y="2361"/>
                  <a:pt x="716" y="2385"/>
                  <a:pt x="859" y="2385"/>
                </a:cubicBezTo>
                <a:cubicBezTo>
                  <a:pt x="1002" y="2385"/>
                  <a:pt x="1145" y="2409"/>
                  <a:pt x="1312" y="2409"/>
                </a:cubicBezTo>
                <a:cubicBezTo>
                  <a:pt x="1535" y="2449"/>
                  <a:pt x="1733" y="2462"/>
                  <a:pt x="1899" y="2462"/>
                </a:cubicBezTo>
                <a:cubicBezTo>
                  <a:pt x="2231" y="2462"/>
                  <a:pt x="2433" y="2409"/>
                  <a:pt x="2433" y="2409"/>
                </a:cubicBezTo>
                <a:cubicBezTo>
                  <a:pt x="3411" y="2242"/>
                  <a:pt x="3339" y="2027"/>
                  <a:pt x="3339" y="2027"/>
                </a:cubicBezTo>
                <a:cubicBezTo>
                  <a:pt x="3220" y="1908"/>
                  <a:pt x="3101" y="1908"/>
                  <a:pt x="3053" y="1884"/>
                </a:cubicBezTo>
                <a:cubicBezTo>
                  <a:pt x="3005" y="1884"/>
                  <a:pt x="2194" y="1765"/>
                  <a:pt x="2194" y="1765"/>
                </a:cubicBezTo>
                <a:cubicBezTo>
                  <a:pt x="2194" y="1765"/>
                  <a:pt x="1479" y="1455"/>
                  <a:pt x="1073" y="1240"/>
                </a:cubicBezTo>
                <a:cubicBezTo>
                  <a:pt x="906" y="763"/>
                  <a:pt x="1026" y="0"/>
                  <a:pt x="1026" y="0"/>
                </a:cubicBez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60" name="Google Shape;4087;p74"/>
          <p:cNvSpPr/>
          <p:nvPr/>
        </p:nvSpPr>
        <p:spPr>
          <a:xfrm>
            <a:off x="6554160" y="3064422"/>
            <a:ext cx="5157" cy="6188"/>
          </a:xfrm>
          <a:custGeom>
            <a:avLst/>
            <a:gdLst/>
            <a:ahLst/>
            <a:cxnLst/>
            <a:rect l="l" t="t" r="r" b="b"/>
            <a:pathLst>
              <a:path w="120" h="144" extrusionOk="0">
                <a:moveTo>
                  <a:pt x="0" y="0"/>
                </a:moveTo>
                <a:cubicBezTo>
                  <a:pt x="24" y="48"/>
                  <a:pt x="24" y="96"/>
                  <a:pt x="48" y="143"/>
                </a:cubicBezTo>
                <a:cubicBezTo>
                  <a:pt x="72" y="96"/>
                  <a:pt x="72" y="48"/>
                  <a:pt x="119" y="0"/>
                </a:cubicBezTo>
                <a:close/>
              </a:path>
            </a:pathLst>
          </a:custGeom>
          <a:solidFill>
            <a:srgbClr val="F4D7B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61" name="Google Shape;4088;p74"/>
          <p:cNvSpPr/>
          <p:nvPr/>
        </p:nvSpPr>
        <p:spPr>
          <a:xfrm>
            <a:off x="6532630" y="3121794"/>
            <a:ext cx="145556" cy="47444"/>
          </a:xfrm>
          <a:custGeom>
            <a:avLst/>
            <a:gdLst/>
            <a:ahLst/>
            <a:cxnLst/>
            <a:rect l="l" t="t" r="r" b="b"/>
            <a:pathLst>
              <a:path w="3387" h="1104" extrusionOk="0">
                <a:moveTo>
                  <a:pt x="167" y="1"/>
                </a:moveTo>
                <a:cubicBezTo>
                  <a:pt x="167" y="49"/>
                  <a:pt x="143" y="144"/>
                  <a:pt x="143" y="144"/>
                </a:cubicBezTo>
                <a:cubicBezTo>
                  <a:pt x="119" y="239"/>
                  <a:pt x="72" y="311"/>
                  <a:pt x="72" y="359"/>
                </a:cubicBezTo>
                <a:cubicBezTo>
                  <a:pt x="72" y="502"/>
                  <a:pt x="0" y="740"/>
                  <a:pt x="72" y="883"/>
                </a:cubicBezTo>
                <a:lnTo>
                  <a:pt x="143" y="955"/>
                </a:lnTo>
                <a:cubicBezTo>
                  <a:pt x="191" y="979"/>
                  <a:pt x="668" y="1003"/>
                  <a:pt x="835" y="1003"/>
                </a:cubicBezTo>
                <a:cubicBezTo>
                  <a:pt x="978" y="1003"/>
                  <a:pt x="1121" y="1050"/>
                  <a:pt x="1264" y="1050"/>
                </a:cubicBezTo>
                <a:cubicBezTo>
                  <a:pt x="1495" y="1090"/>
                  <a:pt x="1699" y="1103"/>
                  <a:pt x="1868" y="1103"/>
                </a:cubicBezTo>
                <a:cubicBezTo>
                  <a:pt x="2208" y="1103"/>
                  <a:pt x="2409" y="1050"/>
                  <a:pt x="2409" y="1050"/>
                </a:cubicBezTo>
                <a:cubicBezTo>
                  <a:pt x="3387" y="860"/>
                  <a:pt x="3292" y="645"/>
                  <a:pt x="3292" y="645"/>
                </a:cubicBezTo>
                <a:cubicBezTo>
                  <a:pt x="3172" y="526"/>
                  <a:pt x="3053" y="526"/>
                  <a:pt x="3029" y="502"/>
                </a:cubicBezTo>
                <a:cubicBezTo>
                  <a:pt x="2981" y="502"/>
                  <a:pt x="2171" y="383"/>
                  <a:pt x="2171" y="383"/>
                </a:cubicBezTo>
                <a:cubicBezTo>
                  <a:pt x="2171" y="383"/>
                  <a:pt x="1837" y="263"/>
                  <a:pt x="1503" y="120"/>
                </a:cubicBezTo>
                <a:lnTo>
                  <a:pt x="1479" y="120"/>
                </a:lnTo>
                <a:cubicBezTo>
                  <a:pt x="1293" y="164"/>
                  <a:pt x="1103" y="193"/>
                  <a:pt x="914" y="193"/>
                </a:cubicBezTo>
                <a:cubicBezTo>
                  <a:pt x="691" y="193"/>
                  <a:pt x="470" y="152"/>
                  <a:pt x="263" y="49"/>
                </a:cubicBezTo>
                <a:cubicBezTo>
                  <a:pt x="239" y="25"/>
                  <a:pt x="191" y="25"/>
                  <a:pt x="167" y="1"/>
                </a:cubicBezTo>
                <a:close/>
              </a:path>
            </a:pathLst>
          </a:custGeom>
          <a:solidFill>
            <a:srgbClr val="34343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62" name="Google Shape;4089;p74"/>
          <p:cNvSpPr/>
          <p:nvPr/>
        </p:nvSpPr>
        <p:spPr>
          <a:xfrm>
            <a:off x="6525453" y="2867726"/>
            <a:ext cx="58446" cy="216207"/>
          </a:xfrm>
          <a:custGeom>
            <a:avLst/>
            <a:gdLst/>
            <a:ahLst/>
            <a:cxnLst/>
            <a:rect l="l" t="t" r="r" b="b"/>
            <a:pathLst>
              <a:path w="1360" h="5031" extrusionOk="0">
                <a:moveTo>
                  <a:pt x="733" y="1"/>
                </a:moveTo>
                <a:cubicBezTo>
                  <a:pt x="612" y="1"/>
                  <a:pt x="496" y="25"/>
                  <a:pt x="406" y="70"/>
                </a:cubicBezTo>
                <a:cubicBezTo>
                  <a:pt x="48" y="260"/>
                  <a:pt x="72" y="737"/>
                  <a:pt x="48" y="1095"/>
                </a:cubicBezTo>
                <a:cubicBezTo>
                  <a:pt x="0" y="1453"/>
                  <a:pt x="0" y="1763"/>
                  <a:pt x="0" y="2121"/>
                </a:cubicBezTo>
                <a:cubicBezTo>
                  <a:pt x="0" y="3122"/>
                  <a:pt x="119" y="4076"/>
                  <a:pt x="310" y="5031"/>
                </a:cubicBezTo>
                <a:cubicBezTo>
                  <a:pt x="310" y="5031"/>
                  <a:pt x="1264" y="4959"/>
                  <a:pt x="1240" y="4935"/>
                </a:cubicBezTo>
                <a:cubicBezTo>
                  <a:pt x="1264" y="3719"/>
                  <a:pt x="1360" y="1095"/>
                  <a:pt x="1360" y="666"/>
                </a:cubicBezTo>
                <a:cubicBezTo>
                  <a:pt x="1360" y="451"/>
                  <a:pt x="1312" y="213"/>
                  <a:pt x="1121" y="93"/>
                </a:cubicBezTo>
                <a:cubicBezTo>
                  <a:pt x="1008" y="31"/>
                  <a:pt x="868" y="1"/>
                  <a:pt x="733" y="1"/>
                </a:cubicBezTo>
                <a:close/>
              </a:path>
            </a:pathLst>
          </a:custGeom>
          <a:solidFill>
            <a:srgbClr val="00BBC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63" name="Google Shape;4090;p74"/>
          <p:cNvSpPr/>
          <p:nvPr/>
        </p:nvSpPr>
        <p:spPr>
          <a:xfrm>
            <a:off x="6527473" y="2419711"/>
            <a:ext cx="12377" cy="25656"/>
          </a:xfrm>
          <a:custGeom>
            <a:avLst/>
            <a:gdLst/>
            <a:ahLst/>
            <a:cxnLst/>
            <a:rect l="l" t="t" r="r" b="b"/>
            <a:pathLst>
              <a:path w="288" h="597" extrusionOk="0">
                <a:moveTo>
                  <a:pt x="144" y="0"/>
                </a:moveTo>
                <a:lnTo>
                  <a:pt x="1" y="549"/>
                </a:lnTo>
                <a:lnTo>
                  <a:pt x="287" y="597"/>
                </a:lnTo>
                <a:lnTo>
                  <a:pt x="144" y="0"/>
                </a:ln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64" name="Google Shape;4091;p74"/>
          <p:cNvSpPr/>
          <p:nvPr/>
        </p:nvSpPr>
        <p:spPr>
          <a:xfrm>
            <a:off x="6455748" y="2419711"/>
            <a:ext cx="42073" cy="78429"/>
          </a:xfrm>
          <a:custGeom>
            <a:avLst/>
            <a:gdLst/>
            <a:ahLst/>
            <a:cxnLst/>
            <a:rect l="l" t="t" r="r" b="b"/>
            <a:pathLst>
              <a:path w="979" h="1825" extrusionOk="0">
                <a:moveTo>
                  <a:pt x="48" y="0"/>
                </a:moveTo>
                <a:lnTo>
                  <a:pt x="0" y="1431"/>
                </a:lnTo>
                <a:cubicBezTo>
                  <a:pt x="0" y="1431"/>
                  <a:pt x="0" y="1551"/>
                  <a:pt x="167" y="1694"/>
                </a:cubicBezTo>
                <a:cubicBezTo>
                  <a:pt x="275" y="1789"/>
                  <a:pt x="454" y="1825"/>
                  <a:pt x="618" y="1825"/>
                </a:cubicBezTo>
                <a:cubicBezTo>
                  <a:pt x="781" y="1825"/>
                  <a:pt x="931" y="1789"/>
                  <a:pt x="978" y="1741"/>
                </a:cubicBezTo>
                <a:cubicBezTo>
                  <a:pt x="978" y="1741"/>
                  <a:pt x="954" y="740"/>
                  <a:pt x="954" y="573"/>
                </a:cubicBezTo>
                <a:lnTo>
                  <a:pt x="48" y="0"/>
                </a:ln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65" name="Google Shape;4092;p74"/>
          <p:cNvSpPr/>
          <p:nvPr/>
        </p:nvSpPr>
        <p:spPr>
          <a:xfrm>
            <a:off x="6453685" y="2372568"/>
            <a:ext cx="86165" cy="98499"/>
          </a:xfrm>
          <a:custGeom>
            <a:avLst/>
            <a:gdLst/>
            <a:ahLst/>
            <a:cxnLst/>
            <a:rect l="l" t="t" r="r" b="b"/>
            <a:pathLst>
              <a:path w="2005" h="2292" extrusionOk="0">
                <a:moveTo>
                  <a:pt x="191" y="0"/>
                </a:moveTo>
                <a:lnTo>
                  <a:pt x="120" y="501"/>
                </a:lnTo>
                <a:lnTo>
                  <a:pt x="48" y="1264"/>
                </a:lnTo>
                <a:lnTo>
                  <a:pt x="1" y="1479"/>
                </a:lnTo>
                <a:cubicBezTo>
                  <a:pt x="356" y="2060"/>
                  <a:pt x="853" y="2292"/>
                  <a:pt x="1219" y="2292"/>
                </a:cubicBezTo>
                <a:cubicBezTo>
                  <a:pt x="1393" y="2292"/>
                  <a:pt x="1538" y="2239"/>
                  <a:pt x="1623" y="2147"/>
                </a:cubicBezTo>
                <a:cubicBezTo>
                  <a:pt x="1885" y="1837"/>
                  <a:pt x="2004" y="239"/>
                  <a:pt x="2004" y="239"/>
                </a:cubicBezTo>
                <a:lnTo>
                  <a:pt x="191" y="0"/>
                </a:ln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66" name="Google Shape;4093;p74"/>
          <p:cNvSpPr/>
          <p:nvPr/>
        </p:nvSpPr>
        <p:spPr>
          <a:xfrm>
            <a:off x="6430135" y="2351553"/>
            <a:ext cx="143536" cy="118439"/>
          </a:xfrm>
          <a:custGeom>
            <a:avLst/>
            <a:gdLst/>
            <a:ahLst/>
            <a:cxnLst/>
            <a:rect l="l" t="t" r="r" b="b"/>
            <a:pathLst>
              <a:path w="3340" h="2756" extrusionOk="0">
                <a:moveTo>
                  <a:pt x="1289" y="0"/>
                </a:moveTo>
                <a:cubicBezTo>
                  <a:pt x="962" y="0"/>
                  <a:pt x="670" y="89"/>
                  <a:pt x="596" y="275"/>
                </a:cubicBezTo>
                <a:cubicBezTo>
                  <a:pt x="596" y="275"/>
                  <a:pt x="0" y="346"/>
                  <a:pt x="143" y="1133"/>
                </a:cubicBezTo>
                <a:cubicBezTo>
                  <a:pt x="262" y="1944"/>
                  <a:pt x="501" y="2636"/>
                  <a:pt x="668" y="2684"/>
                </a:cubicBezTo>
                <a:lnTo>
                  <a:pt x="954" y="2755"/>
                </a:lnTo>
                <a:cubicBezTo>
                  <a:pt x="954" y="2755"/>
                  <a:pt x="1574" y="1419"/>
                  <a:pt x="1789" y="1324"/>
                </a:cubicBezTo>
                <a:cubicBezTo>
                  <a:pt x="1980" y="1205"/>
                  <a:pt x="2648" y="1372"/>
                  <a:pt x="2981" y="847"/>
                </a:cubicBezTo>
                <a:cubicBezTo>
                  <a:pt x="3339" y="346"/>
                  <a:pt x="3125" y="60"/>
                  <a:pt x="2981" y="36"/>
                </a:cubicBezTo>
                <a:cubicBezTo>
                  <a:pt x="2978" y="36"/>
                  <a:pt x="2974" y="35"/>
                  <a:pt x="2970" y="35"/>
                </a:cubicBezTo>
                <a:cubicBezTo>
                  <a:pt x="2841" y="35"/>
                  <a:pt x="2671" y="316"/>
                  <a:pt x="2407" y="316"/>
                </a:cubicBezTo>
                <a:cubicBezTo>
                  <a:pt x="2329" y="316"/>
                  <a:pt x="2243" y="291"/>
                  <a:pt x="2147" y="227"/>
                </a:cubicBezTo>
                <a:cubicBezTo>
                  <a:pt x="1928" y="77"/>
                  <a:pt x="1593" y="0"/>
                  <a:pt x="1289" y="0"/>
                </a:cubicBezTo>
                <a:close/>
              </a:path>
            </a:pathLst>
          </a:custGeom>
          <a:solidFill>
            <a:srgbClr val="34343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67" name="Google Shape;4094;p74"/>
          <p:cNvSpPr/>
          <p:nvPr/>
        </p:nvSpPr>
        <p:spPr>
          <a:xfrm>
            <a:off x="6478310" y="2405272"/>
            <a:ext cx="24625" cy="40096"/>
          </a:xfrm>
          <a:custGeom>
            <a:avLst/>
            <a:gdLst/>
            <a:ahLst/>
            <a:cxnLst/>
            <a:rect l="l" t="t" r="r" b="b"/>
            <a:pathLst>
              <a:path w="573" h="933" extrusionOk="0">
                <a:moveTo>
                  <a:pt x="337" y="1"/>
                </a:moveTo>
                <a:cubicBezTo>
                  <a:pt x="293" y="1"/>
                  <a:pt x="250" y="15"/>
                  <a:pt x="215" y="50"/>
                </a:cubicBezTo>
                <a:cubicBezTo>
                  <a:pt x="0" y="193"/>
                  <a:pt x="0" y="670"/>
                  <a:pt x="429" y="933"/>
                </a:cubicBezTo>
                <a:lnTo>
                  <a:pt x="573" y="169"/>
                </a:lnTo>
                <a:cubicBezTo>
                  <a:pt x="556" y="85"/>
                  <a:pt x="443" y="1"/>
                  <a:pt x="337" y="1"/>
                </a:cubicBez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68" name="Google Shape;4095;p74"/>
          <p:cNvSpPr/>
          <p:nvPr/>
        </p:nvSpPr>
        <p:spPr>
          <a:xfrm>
            <a:off x="6390125" y="2482240"/>
            <a:ext cx="158922" cy="247407"/>
          </a:xfrm>
          <a:custGeom>
            <a:avLst/>
            <a:gdLst/>
            <a:ahLst/>
            <a:cxnLst/>
            <a:rect l="l" t="t" r="r" b="b"/>
            <a:pathLst>
              <a:path w="3698" h="5757" extrusionOk="0">
                <a:moveTo>
                  <a:pt x="1575" y="0"/>
                </a:moveTo>
                <a:cubicBezTo>
                  <a:pt x="1337" y="0"/>
                  <a:pt x="1074" y="24"/>
                  <a:pt x="860" y="72"/>
                </a:cubicBezTo>
                <a:cubicBezTo>
                  <a:pt x="740" y="96"/>
                  <a:pt x="573" y="167"/>
                  <a:pt x="502" y="286"/>
                </a:cubicBezTo>
                <a:cubicBezTo>
                  <a:pt x="1" y="1193"/>
                  <a:pt x="25" y="5557"/>
                  <a:pt x="25" y="5557"/>
                </a:cubicBezTo>
                <a:cubicBezTo>
                  <a:pt x="472" y="5701"/>
                  <a:pt x="902" y="5757"/>
                  <a:pt x="1301" y="5757"/>
                </a:cubicBezTo>
                <a:cubicBezTo>
                  <a:pt x="2690" y="5757"/>
                  <a:pt x="3698" y="5080"/>
                  <a:pt x="3698" y="5080"/>
                </a:cubicBezTo>
                <a:lnTo>
                  <a:pt x="3388" y="4055"/>
                </a:lnTo>
                <a:cubicBezTo>
                  <a:pt x="3245" y="3626"/>
                  <a:pt x="3245" y="3101"/>
                  <a:pt x="3268" y="2624"/>
                </a:cubicBezTo>
                <a:cubicBezTo>
                  <a:pt x="3268" y="2338"/>
                  <a:pt x="3316" y="2075"/>
                  <a:pt x="3340" y="1789"/>
                </a:cubicBezTo>
                <a:cubicBezTo>
                  <a:pt x="3364" y="1479"/>
                  <a:pt x="3364" y="1074"/>
                  <a:pt x="3245" y="764"/>
                </a:cubicBezTo>
                <a:cubicBezTo>
                  <a:pt x="3030" y="120"/>
                  <a:pt x="2147" y="48"/>
                  <a:pt x="1575" y="0"/>
                </a:cubicBezTo>
                <a:close/>
              </a:path>
            </a:pathLst>
          </a:custGeom>
          <a:solidFill>
            <a:srgbClr val="FF721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69" name="Google Shape;4096;p74"/>
          <p:cNvSpPr/>
          <p:nvPr/>
        </p:nvSpPr>
        <p:spPr>
          <a:xfrm>
            <a:off x="6580805" y="2480177"/>
            <a:ext cx="92267" cy="168032"/>
          </a:xfrm>
          <a:custGeom>
            <a:avLst/>
            <a:gdLst/>
            <a:ahLst/>
            <a:cxnLst/>
            <a:rect l="l" t="t" r="r" b="b"/>
            <a:pathLst>
              <a:path w="2147" h="3910" extrusionOk="0">
                <a:moveTo>
                  <a:pt x="2147" y="1"/>
                </a:moveTo>
                <a:cubicBezTo>
                  <a:pt x="1765" y="24"/>
                  <a:pt x="1455" y="239"/>
                  <a:pt x="1216" y="525"/>
                </a:cubicBezTo>
                <a:cubicBezTo>
                  <a:pt x="1216" y="740"/>
                  <a:pt x="1264" y="931"/>
                  <a:pt x="1264" y="931"/>
                </a:cubicBezTo>
                <a:lnTo>
                  <a:pt x="1073" y="1217"/>
                </a:lnTo>
                <a:cubicBezTo>
                  <a:pt x="596" y="1932"/>
                  <a:pt x="0" y="2648"/>
                  <a:pt x="96" y="3578"/>
                </a:cubicBezTo>
                <a:cubicBezTo>
                  <a:pt x="96" y="3650"/>
                  <a:pt x="119" y="3769"/>
                  <a:pt x="191" y="3841"/>
                </a:cubicBezTo>
                <a:cubicBezTo>
                  <a:pt x="236" y="3888"/>
                  <a:pt x="284" y="3909"/>
                  <a:pt x="336" y="3909"/>
                </a:cubicBezTo>
                <a:cubicBezTo>
                  <a:pt x="856" y="3909"/>
                  <a:pt x="1650" y="1688"/>
                  <a:pt x="1694" y="1384"/>
                </a:cubicBezTo>
                <a:cubicBezTo>
                  <a:pt x="1789" y="978"/>
                  <a:pt x="2027" y="716"/>
                  <a:pt x="2123" y="311"/>
                </a:cubicBezTo>
                <a:cubicBezTo>
                  <a:pt x="2147" y="191"/>
                  <a:pt x="2147" y="72"/>
                  <a:pt x="2147" y="1"/>
                </a:cubicBez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70" name="Google Shape;4097;p74"/>
          <p:cNvSpPr/>
          <p:nvPr/>
        </p:nvSpPr>
        <p:spPr>
          <a:xfrm>
            <a:off x="6631000" y="2461741"/>
            <a:ext cx="22605" cy="56426"/>
          </a:xfrm>
          <a:custGeom>
            <a:avLst/>
            <a:gdLst/>
            <a:ahLst/>
            <a:cxnLst/>
            <a:rect l="l" t="t" r="r" b="b"/>
            <a:pathLst>
              <a:path w="526" h="1313" extrusionOk="0">
                <a:moveTo>
                  <a:pt x="526" y="907"/>
                </a:moveTo>
                <a:cubicBezTo>
                  <a:pt x="526" y="907"/>
                  <a:pt x="406" y="907"/>
                  <a:pt x="382" y="716"/>
                </a:cubicBezTo>
                <a:cubicBezTo>
                  <a:pt x="335" y="549"/>
                  <a:pt x="239" y="120"/>
                  <a:pt x="239" y="120"/>
                </a:cubicBezTo>
                <a:cubicBezTo>
                  <a:pt x="239" y="120"/>
                  <a:pt x="168" y="0"/>
                  <a:pt x="120" y="24"/>
                </a:cubicBezTo>
                <a:cubicBezTo>
                  <a:pt x="96" y="96"/>
                  <a:pt x="1" y="239"/>
                  <a:pt x="96" y="477"/>
                </a:cubicBezTo>
                <a:cubicBezTo>
                  <a:pt x="96" y="477"/>
                  <a:pt x="144" y="692"/>
                  <a:pt x="120" y="787"/>
                </a:cubicBezTo>
                <a:cubicBezTo>
                  <a:pt x="96" y="859"/>
                  <a:pt x="25" y="1074"/>
                  <a:pt x="120" y="1288"/>
                </a:cubicBezTo>
                <a:cubicBezTo>
                  <a:pt x="96" y="1312"/>
                  <a:pt x="526" y="1264"/>
                  <a:pt x="526" y="907"/>
                </a:cubicBezTo>
                <a:close/>
              </a:path>
            </a:pathLst>
          </a:custGeom>
          <a:solidFill>
            <a:srgbClr val="ECB39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71" name="Google Shape;4098;p74"/>
          <p:cNvSpPr/>
          <p:nvPr/>
        </p:nvSpPr>
        <p:spPr>
          <a:xfrm>
            <a:off x="6498809" y="2522207"/>
            <a:ext cx="111735" cy="127120"/>
          </a:xfrm>
          <a:custGeom>
            <a:avLst/>
            <a:gdLst/>
            <a:ahLst/>
            <a:cxnLst/>
            <a:rect l="l" t="t" r="r" b="b"/>
            <a:pathLst>
              <a:path w="2600" h="2958" extrusionOk="0">
                <a:moveTo>
                  <a:pt x="692" y="0"/>
                </a:moveTo>
                <a:cubicBezTo>
                  <a:pt x="573" y="0"/>
                  <a:pt x="429" y="0"/>
                  <a:pt x="334" y="96"/>
                </a:cubicBezTo>
                <a:cubicBezTo>
                  <a:pt x="0" y="454"/>
                  <a:pt x="334" y="883"/>
                  <a:pt x="573" y="1193"/>
                </a:cubicBezTo>
                <a:lnTo>
                  <a:pt x="930" y="1646"/>
                </a:lnTo>
                <a:cubicBezTo>
                  <a:pt x="1193" y="1980"/>
                  <a:pt x="1431" y="2290"/>
                  <a:pt x="1693" y="2624"/>
                </a:cubicBezTo>
                <a:cubicBezTo>
                  <a:pt x="1813" y="2743"/>
                  <a:pt x="1908" y="2886"/>
                  <a:pt x="2051" y="2934"/>
                </a:cubicBezTo>
                <a:cubicBezTo>
                  <a:pt x="2123" y="2958"/>
                  <a:pt x="2218" y="2958"/>
                  <a:pt x="2266" y="2958"/>
                </a:cubicBezTo>
                <a:cubicBezTo>
                  <a:pt x="2457" y="2886"/>
                  <a:pt x="2600" y="2743"/>
                  <a:pt x="2576" y="2529"/>
                </a:cubicBezTo>
                <a:cubicBezTo>
                  <a:pt x="2528" y="2338"/>
                  <a:pt x="2385" y="2147"/>
                  <a:pt x="2290" y="2004"/>
                </a:cubicBezTo>
                <a:cubicBezTo>
                  <a:pt x="2170" y="1789"/>
                  <a:pt x="2027" y="1622"/>
                  <a:pt x="1908" y="1431"/>
                </a:cubicBezTo>
                <a:cubicBezTo>
                  <a:pt x="1693" y="1145"/>
                  <a:pt x="1503" y="859"/>
                  <a:pt x="1288" y="597"/>
                </a:cubicBezTo>
                <a:cubicBezTo>
                  <a:pt x="1169" y="454"/>
                  <a:pt x="1050" y="239"/>
                  <a:pt x="906" y="120"/>
                </a:cubicBezTo>
                <a:cubicBezTo>
                  <a:pt x="835" y="48"/>
                  <a:pt x="787" y="24"/>
                  <a:pt x="692" y="0"/>
                </a:cubicBezTo>
                <a:close/>
              </a:path>
            </a:pathLst>
          </a:custGeom>
          <a:solidFill>
            <a:srgbClr val="FFD1C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72" name="Google Shape;4099;p74"/>
          <p:cNvSpPr/>
          <p:nvPr/>
        </p:nvSpPr>
        <p:spPr>
          <a:xfrm>
            <a:off x="6476247" y="2495992"/>
            <a:ext cx="90247" cy="87755"/>
          </a:xfrm>
          <a:custGeom>
            <a:avLst/>
            <a:gdLst/>
            <a:ahLst/>
            <a:cxnLst/>
            <a:rect l="l" t="t" r="r" b="b"/>
            <a:pathLst>
              <a:path w="2100" h="2042" extrusionOk="0">
                <a:moveTo>
                  <a:pt x="830" y="0"/>
                </a:moveTo>
                <a:cubicBezTo>
                  <a:pt x="734" y="0"/>
                  <a:pt x="639" y="33"/>
                  <a:pt x="549" y="110"/>
                </a:cubicBezTo>
                <a:cubicBezTo>
                  <a:pt x="0" y="587"/>
                  <a:pt x="716" y="1588"/>
                  <a:pt x="954" y="2041"/>
                </a:cubicBezTo>
                <a:lnTo>
                  <a:pt x="2099" y="1254"/>
                </a:lnTo>
                <a:cubicBezTo>
                  <a:pt x="2099" y="1254"/>
                  <a:pt x="1428" y="0"/>
                  <a:pt x="830" y="0"/>
                </a:cubicBezTo>
                <a:close/>
              </a:path>
            </a:pathLst>
          </a:custGeom>
          <a:solidFill>
            <a:srgbClr val="FF721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73" name="Google Shape;4100;p74"/>
          <p:cNvSpPr/>
          <p:nvPr/>
        </p:nvSpPr>
        <p:spPr>
          <a:xfrm>
            <a:off x="7647788" y="2773309"/>
            <a:ext cx="114829" cy="22605"/>
          </a:xfrm>
          <a:custGeom>
            <a:avLst/>
            <a:gdLst/>
            <a:ahLst/>
            <a:cxnLst/>
            <a:rect l="l" t="t" r="r" b="b"/>
            <a:pathLst>
              <a:path w="2672" h="526" extrusionOk="0">
                <a:moveTo>
                  <a:pt x="0" y="1"/>
                </a:moveTo>
                <a:lnTo>
                  <a:pt x="0" y="526"/>
                </a:lnTo>
                <a:lnTo>
                  <a:pt x="2672" y="526"/>
                </a:lnTo>
                <a:lnTo>
                  <a:pt x="2672" y="1"/>
                </a:ln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74" name="Google Shape;4101;p74"/>
          <p:cNvSpPr/>
          <p:nvPr/>
        </p:nvSpPr>
        <p:spPr>
          <a:xfrm>
            <a:off x="7698026" y="2922948"/>
            <a:ext cx="113798" cy="23636"/>
          </a:xfrm>
          <a:custGeom>
            <a:avLst/>
            <a:gdLst/>
            <a:ahLst/>
            <a:cxnLst/>
            <a:rect l="l" t="t" r="r" b="b"/>
            <a:pathLst>
              <a:path w="2648" h="550" extrusionOk="0">
                <a:moveTo>
                  <a:pt x="0" y="1"/>
                </a:moveTo>
                <a:lnTo>
                  <a:pt x="0" y="550"/>
                </a:lnTo>
                <a:lnTo>
                  <a:pt x="2647" y="550"/>
                </a:lnTo>
                <a:lnTo>
                  <a:pt x="2647" y="1"/>
                </a:ln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75" name="Google Shape;4102;p74"/>
          <p:cNvSpPr/>
          <p:nvPr/>
        </p:nvSpPr>
        <p:spPr>
          <a:xfrm>
            <a:off x="7726690" y="3058277"/>
            <a:ext cx="136360" cy="22562"/>
          </a:xfrm>
          <a:custGeom>
            <a:avLst/>
            <a:gdLst/>
            <a:ahLst/>
            <a:cxnLst/>
            <a:rect l="l" t="t" r="r" b="b"/>
            <a:pathLst>
              <a:path w="3173" h="525" extrusionOk="0">
                <a:moveTo>
                  <a:pt x="1" y="0"/>
                </a:moveTo>
                <a:lnTo>
                  <a:pt x="1" y="525"/>
                </a:lnTo>
                <a:lnTo>
                  <a:pt x="3173" y="525"/>
                </a:lnTo>
                <a:lnTo>
                  <a:pt x="3173" y="0"/>
                </a:ln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76" name="Google Shape;4103;p74"/>
          <p:cNvSpPr/>
          <p:nvPr/>
        </p:nvSpPr>
        <p:spPr>
          <a:xfrm>
            <a:off x="7609841" y="2616494"/>
            <a:ext cx="97424" cy="23636"/>
          </a:xfrm>
          <a:custGeom>
            <a:avLst/>
            <a:gdLst/>
            <a:ahLst/>
            <a:cxnLst/>
            <a:rect l="l" t="t" r="r" b="b"/>
            <a:pathLst>
              <a:path w="2267" h="550" extrusionOk="0">
                <a:moveTo>
                  <a:pt x="1" y="1"/>
                </a:moveTo>
                <a:lnTo>
                  <a:pt x="1" y="549"/>
                </a:lnTo>
                <a:lnTo>
                  <a:pt x="2267" y="549"/>
                </a:lnTo>
                <a:lnTo>
                  <a:pt x="2267" y="1"/>
                </a:ln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77" name="Google Shape;4104;p74"/>
          <p:cNvSpPr/>
          <p:nvPr/>
        </p:nvSpPr>
        <p:spPr>
          <a:xfrm>
            <a:off x="7560678" y="2466855"/>
            <a:ext cx="97381" cy="17448"/>
          </a:xfrm>
          <a:custGeom>
            <a:avLst/>
            <a:gdLst/>
            <a:ahLst/>
            <a:cxnLst/>
            <a:rect l="l" t="t" r="r" b="b"/>
            <a:pathLst>
              <a:path w="2266" h="406" extrusionOk="0">
                <a:moveTo>
                  <a:pt x="0" y="1"/>
                </a:moveTo>
                <a:lnTo>
                  <a:pt x="0" y="406"/>
                </a:lnTo>
                <a:lnTo>
                  <a:pt x="2266" y="406"/>
                </a:lnTo>
                <a:lnTo>
                  <a:pt x="2266" y="1"/>
                </a:ln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78" name="Google Shape;4105;p74"/>
          <p:cNvSpPr/>
          <p:nvPr/>
        </p:nvSpPr>
        <p:spPr>
          <a:xfrm>
            <a:off x="7555521" y="2466855"/>
            <a:ext cx="212211" cy="705220"/>
          </a:xfrm>
          <a:custGeom>
            <a:avLst/>
            <a:gdLst/>
            <a:ahLst/>
            <a:cxnLst/>
            <a:rect l="l" t="t" r="r" b="b"/>
            <a:pathLst>
              <a:path w="4938" h="16410" extrusionOk="0">
                <a:moveTo>
                  <a:pt x="1" y="1"/>
                </a:moveTo>
                <a:lnTo>
                  <a:pt x="4103" y="16410"/>
                </a:lnTo>
                <a:lnTo>
                  <a:pt x="4938" y="16410"/>
                </a:lnTo>
                <a:lnTo>
                  <a:pt x="812" y="1"/>
                </a:ln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79" name="Google Shape;4106;p74"/>
          <p:cNvSpPr/>
          <p:nvPr/>
        </p:nvSpPr>
        <p:spPr>
          <a:xfrm>
            <a:off x="7236775" y="2466855"/>
            <a:ext cx="262448" cy="705220"/>
          </a:xfrm>
          <a:custGeom>
            <a:avLst/>
            <a:gdLst/>
            <a:ahLst/>
            <a:cxnLst/>
            <a:rect l="l" t="t" r="r" b="b"/>
            <a:pathLst>
              <a:path w="6107" h="16410" extrusionOk="0">
                <a:moveTo>
                  <a:pt x="5391" y="1"/>
                </a:moveTo>
                <a:lnTo>
                  <a:pt x="0" y="16410"/>
                </a:lnTo>
                <a:lnTo>
                  <a:pt x="692" y="16410"/>
                </a:lnTo>
                <a:lnTo>
                  <a:pt x="6106" y="1"/>
                </a:ln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80" name="Google Shape;4107;p74"/>
          <p:cNvSpPr/>
          <p:nvPr/>
        </p:nvSpPr>
        <p:spPr>
          <a:xfrm>
            <a:off x="7323886" y="2932188"/>
            <a:ext cx="127163" cy="23636"/>
          </a:xfrm>
          <a:custGeom>
            <a:avLst/>
            <a:gdLst/>
            <a:ahLst/>
            <a:cxnLst/>
            <a:rect l="l" t="t" r="r" b="b"/>
            <a:pathLst>
              <a:path w="2959" h="550" extrusionOk="0">
                <a:moveTo>
                  <a:pt x="263" y="1"/>
                </a:moveTo>
                <a:cubicBezTo>
                  <a:pt x="144" y="1"/>
                  <a:pt x="1" y="120"/>
                  <a:pt x="1" y="263"/>
                </a:cubicBezTo>
                <a:cubicBezTo>
                  <a:pt x="1" y="430"/>
                  <a:pt x="120" y="549"/>
                  <a:pt x="263" y="549"/>
                </a:cubicBezTo>
                <a:lnTo>
                  <a:pt x="2696" y="549"/>
                </a:lnTo>
                <a:cubicBezTo>
                  <a:pt x="2839" y="549"/>
                  <a:pt x="2958" y="430"/>
                  <a:pt x="2958" y="263"/>
                </a:cubicBezTo>
                <a:cubicBezTo>
                  <a:pt x="2958" y="120"/>
                  <a:pt x="2839" y="1"/>
                  <a:pt x="2696" y="1"/>
                </a:cubicBez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81" name="Google Shape;4108;p74"/>
          <p:cNvSpPr/>
          <p:nvPr/>
        </p:nvSpPr>
        <p:spPr>
          <a:xfrm>
            <a:off x="7278805" y="3080796"/>
            <a:ext cx="127120" cy="22605"/>
          </a:xfrm>
          <a:custGeom>
            <a:avLst/>
            <a:gdLst/>
            <a:ahLst/>
            <a:cxnLst/>
            <a:rect l="l" t="t" r="r" b="b"/>
            <a:pathLst>
              <a:path w="2958" h="526" extrusionOk="0">
                <a:moveTo>
                  <a:pt x="286" y="1"/>
                </a:moveTo>
                <a:cubicBezTo>
                  <a:pt x="119" y="1"/>
                  <a:pt x="0" y="120"/>
                  <a:pt x="0" y="263"/>
                </a:cubicBezTo>
                <a:cubicBezTo>
                  <a:pt x="0" y="406"/>
                  <a:pt x="119" y="526"/>
                  <a:pt x="286" y="526"/>
                </a:cubicBezTo>
                <a:lnTo>
                  <a:pt x="2695" y="526"/>
                </a:lnTo>
                <a:cubicBezTo>
                  <a:pt x="2838" y="526"/>
                  <a:pt x="2958" y="406"/>
                  <a:pt x="2958" y="263"/>
                </a:cubicBezTo>
                <a:cubicBezTo>
                  <a:pt x="2958" y="120"/>
                  <a:pt x="2838" y="1"/>
                  <a:pt x="2695" y="1"/>
                </a:cubicBez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82" name="Google Shape;4109;p74"/>
          <p:cNvSpPr/>
          <p:nvPr/>
        </p:nvSpPr>
        <p:spPr>
          <a:xfrm>
            <a:off x="7375155" y="2779455"/>
            <a:ext cx="127120" cy="23636"/>
          </a:xfrm>
          <a:custGeom>
            <a:avLst/>
            <a:gdLst/>
            <a:ahLst/>
            <a:cxnLst/>
            <a:rect l="l" t="t" r="r" b="b"/>
            <a:pathLst>
              <a:path w="2958" h="550" extrusionOk="0">
                <a:moveTo>
                  <a:pt x="263" y="1"/>
                </a:moveTo>
                <a:cubicBezTo>
                  <a:pt x="119" y="1"/>
                  <a:pt x="0" y="120"/>
                  <a:pt x="0" y="263"/>
                </a:cubicBezTo>
                <a:cubicBezTo>
                  <a:pt x="0" y="430"/>
                  <a:pt x="119" y="549"/>
                  <a:pt x="263" y="549"/>
                </a:cubicBezTo>
                <a:lnTo>
                  <a:pt x="2695" y="549"/>
                </a:lnTo>
                <a:cubicBezTo>
                  <a:pt x="2838" y="549"/>
                  <a:pt x="2958" y="430"/>
                  <a:pt x="2958" y="263"/>
                </a:cubicBezTo>
                <a:cubicBezTo>
                  <a:pt x="2958" y="120"/>
                  <a:pt x="2838" y="1"/>
                  <a:pt x="2695" y="1"/>
                </a:cubicBez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83" name="Google Shape;4110;p74"/>
          <p:cNvSpPr/>
          <p:nvPr/>
        </p:nvSpPr>
        <p:spPr>
          <a:xfrm>
            <a:off x="7425350" y="2622639"/>
            <a:ext cx="119986" cy="22605"/>
          </a:xfrm>
          <a:custGeom>
            <a:avLst/>
            <a:gdLst/>
            <a:ahLst/>
            <a:cxnLst/>
            <a:rect l="l" t="t" r="r" b="b"/>
            <a:pathLst>
              <a:path w="2792" h="526" extrusionOk="0">
                <a:moveTo>
                  <a:pt x="263" y="1"/>
                </a:moveTo>
                <a:cubicBezTo>
                  <a:pt x="120" y="1"/>
                  <a:pt x="1" y="120"/>
                  <a:pt x="1" y="263"/>
                </a:cubicBezTo>
                <a:cubicBezTo>
                  <a:pt x="1" y="406"/>
                  <a:pt x="120" y="526"/>
                  <a:pt x="263" y="526"/>
                </a:cubicBezTo>
                <a:lnTo>
                  <a:pt x="2529" y="526"/>
                </a:lnTo>
                <a:cubicBezTo>
                  <a:pt x="2672" y="526"/>
                  <a:pt x="2791" y="406"/>
                  <a:pt x="2791" y="263"/>
                </a:cubicBezTo>
                <a:cubicBezTo>
                  <a:pt x="2791" y="120"/>
                  <a:pt x="2672" y="1"/>
                  <a:pt x="2529" y="1"/>
                </a:cubicBez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84" name="Google Shape;4111;p74"/>
          <p:cNvSpPr/>
          <p:nvPr/>
        </p:nvSpPr>
        <p:spPr>
          <a:xfrm>
            <a:off x="7471505" y="2466855"/>
            <a:ext cx="97381" cy="22605"/>
          </a:xfrm>
          <a:custGeom>
            <a:avLst/>
            <a:gdLst/>
            <a:ahLst/>
            <a:cxnLst/>
            <a:rect l="l" t="t" r="r" b="b"/>
            <a:pathLst>
              <a:path w="2266" h="526" extrusionOk="0">
                <a:moveTo>
                  <a:pt x="119" y="1"/>
                </a:moveTo>
                <a:cubicBezTo>
                  <a:pt x="24" y="72"/>
                  <a:pt x="0" y="120"/>
                  <a:pt x="0" y="239"/>
                </a:cubicBezTo>
                <a:cubicBezTo>
                  <a:pt x="0" y="406"/>
                  <a:pt x="119" y="525"/>
                  <a:pt x="262" y="525"/>
                </a:cubicBezTo>
                <a:lnTo>
                  <a:pt x="1980" y="525"/>
                </a:lnTo>
                <a:cubicBezTo>
                  <a:pt x="2147" y="525"/>
                  <a:pt x="2266" y="406"/>
                  <a:pt x="2266" y="239"/>
                </a:cubicBezTo>
                <a:cubicBezTo>
                  <a:pt x="2266" y="120"/>
                  <a:pt x="2242" y="48"/>
                  <a:pt x="2147" y="1"/>
                </a:cubicBez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85" name="Google Shape;4112;p74"/>
          <p:cNvSpPr/>
          <p:nvPr/>
        </p:nvSpPr>
        <p:spPr>
          <a:xfrm>
            <a:off x="7374123" y="2466855"/>
            <a:ext cx="216293" cy="705220"/>
          </a:xfrm>
          <a:custGeom>
            <a:avLst/>
            <a:gdLst/>
            <a:ahLst/>
            <a:cxnLst/>
            <a:rect l="l" t="t" r="r" b="b"/>
            <a:pathLst>
              <a:path w="5033" h="16410" extrusionOk="0">
                <a:moveTo>
                  <a:pt x="4174" y="1"/>
                </a:moveTo>
                <a:lnTo>
                  <a:pt x="0" y="16410"/>
                </a:lnTo>
                <a:lnTo>
                  <a:pt x="1050" y="16410"/>
                </a:lnTo>
                <a:lnTo>
                  <a:pt x="5033" y="1"/>
                </a:ln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
        <p:nvSpPr>
          <p:cNvPr id="1086" name="Google Shape;4114;p74"/>
          <p:cNvSpPr/>
          <p:nvPr/>
        </p:nvSpPr>
        <p:spPr>
          <a:xfrm>
            <a:off x="7508377" y="2466855"/>
            <a:ext cx="180452" cy="20542"/>
          </a:xfrm>
          <a:custGeom>
            <a:avLst/>
            <a:gdLst/>
            <a:ahLst/>
            <a:cxnLst/>
            <a:rect l="l" t="t" r="r" b="b"/>
            <a:pathLst>
              <a:path w="4199" h="478" extrusionOk="0">
                <a:moveTo>
                  <a:pt x="1" y="1"/>
                </a:moveTo>
                <a:lnTo>
                  <a:pt x="1" y="478"/>
                </a:lnTo>
                <a:lnTo>
                  <a:pt x="4198" y="478"/>
                </a:lnTo>
                <a:lnTo>
                  <a:pt x="4031" y="1"/>
                </a:lnTo>
                <a:close/>
              </a:path>
            </a:pathLst>
          </a:custGeom>
          <a:solidFill>
            <a:srgbClr val="00899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43"/>
          <p:cNvSpPr txBox="1">
            <a:spLocks noGrp="1"/>
          </p:cNvSpPr>
          <p:nvPr>
            <p:ph type="title"/>
          </p:nvPr>
        </p:nvSpPr>
        <p:spPr>
          <a:xfrm>
            <a:off x="603885" y="253365"/>
            <a:ext cx="3456940" cy="48133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iro" pitchFamily="2" charset="-78"/>
                <a:cs typeface="Cairo" pitchFamily="2" charset="-78"/>
              </a:rPr>
              <a:t>Project Objectives</a:t>
            </a:r>
          </a:p>
        </p:txBody>
      </p:sp>
      <p:sp>
        <p:nvSpPr>
          <p:cNvPr id="1012" name="Google Shape;1012;p43"/>
          <p:cNvSpPr txBox="1">
            <a:spLocks noGrp="1"/>
          </p:cNvSpPr>
          <p:nvPr>
            <p:ph type="subTitle" idx="1"/>
          </p:nvPr>
        </p:nvSpPr>
        <p:spPr>
          <a:xfrm>
            <a:off x="95884" y="1557079"/>
            <a:ext cx="2643506" cy="1331595"/>
          </a:xfrm>
          <a:prstGeom prst="rect">
            <a:avLst/>
          </a:prstGeom>
          <a:noFill/>
          <a:ln>
            <a:noFill/>
          </a:ln>
        </p:spPr>
        <p:txBody>
          <a:bodyPr spcFirstLastPara="1" wrap="square" lIns="91425" tIns="91425" rIns="91425" bIns="91425" anchor="t" anchorCtr="0">
            <a:noAutofit/>
          </a:bodyPr>
          <a:lstStyle/>
          <a:p>
            <a:pPr marL="0" indent="0"/>
            <a:r>
              <a:rPr lang="en-GB" sz="1200" dirty="0">
                <a:latin typeface="Cairo" pitchFamily="2" charset="-78"/>
                <a:cs typeface="Cairo" pitchFamily="2" charset="-78"/>
              </a:rPr>
              <a:t>  Develop a mobile application that used to provide citizens with comprehensive details about the services that provided by providers such as passports and immigration, hospitals, schools, etc.</a:t>
            </a:r>
          </a:p>
        </p:txBody>
      </p:sp>
      <p:sp>
        <p:nvSpPr>
          <p:cNvPr id="1014" name="Google Shape;1014;p43"/>
          <p:cNvSpPr txBox="1">
            <a:spLocks noGrp="1"/>
          </p:cNvSpPr>
          <p:nvPr>
            <p:ph type="subTitle" idx="3"/>
          </p:nvPr>
        </p:nvSpPr>
        <p:spPr>
          <a:xfrm>
            <a:off x="3200400" y="1539777"/>
            <a:ext cx="3105400" cy="1218565"/>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sz="1200">
                <a:latin typeface="Cairo" pitchFamily="2" charset="-78"/>
                <a:cs typeface="Cairo" pitchFamily="2" charset="-78"/>
              </a:rPr>
              <a:t>Create a user-friendly interface that allows users to to easily access and search for specific provider or services.</a:t>
            </a:r>
            <a:r>
              <a:rPr lang="en-GB" sz="1200" dirty="0">
                <a:latin typeface="Cairo" pitchFamily="2" charset="-78"/>
                <a:cs typeface="Cairo" pitchFamily="2" charset="-78"/>
              </a:rPr>
              <a:t> </a:t>
            </a:r>
          </a:p>
        </p:txBody>
      </p:sp>
      <p:sp>
        <p:nvSpPr>
          <p:cNvPr id="1020" name="Google Shape;1020;p43"/>
          <p:cNvSpPr txBox="1">
            <a:spLocks noGrp="1"/>
          </p:cNvSpPr>
          <p:nvPr>
            <p:ph type="title" idx="9"/>
          </p:nvPr>
        </p:nvSpPr>
        <p:spPr>
          <a:xfrm>
            <a:off x="820245" y="990955"/>
            <a:ext cx="912000" cy="57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2400" dirty="0"/>
              <a:t>01</a:t>
            </a:r>
          </a:p>
        </p:txBody>
      </p:sp>
      <p:sp>
        <p:nvSpPr>
          <p:cNvPr id="1021" name="Google Shape;1021;p43"/>
          <p:cNvSpPr txBox="1">
            <a:spLocks noGrp="1"/>
          </p:cNvSpPr>
          <p:nvPr>
            <p:ph type="title" idx="13"/>
          </p:nvPr>
        </p:nvSpPr>
        <p:spPr>
          <a:xfrm>
            <a:off x="822785" y="3612295"/>
            <a:ext cx="912000" cy="57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2400" dirty="0"/>
              <a:t>0</a:t>
            </a:r>
            <a:r>
              <a:rPr lang="en-US" altLang="en-GB" sz="2400" dirty="0"/>
              <a:t>2</a:t>
            </a:r>
          </a:p>
        </p:txBody>
      </p:sp>
      <p:sp>
        <p:nvSpPr>
          <p:cNvPr id="1022" name="Google Shape;1022;p43"/>
          <p:cNvSpPr txBox="1">
            <a:spLocks noGrp="1"/>
          </p:cNvSpPr>
          <p:nvPr>
            <p:ph type="title" idx="14"/>
          </p:nvPr>
        </p:nvSpPr>
        <p:spPr>
          <a:xfrm>
            <a:off x="4129650" y="3612295"/>
            <a:ext cx="912000" cy="57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2400" dirty="0"/>
              <a:t>0</a:t>
            </a:r>
            <a:r>
              <a:rPr lang="en-US" altLang="en-GB" sz="2400" dirty="0"/>
              <a:t>4</a:t>
            </a:r>
          </a:p>
        </p:txBody>
      </p:sp>
      <p:sp>
        <p:nvSpPr>
          <p:cNvPr id="1023" name="Google Shape;1023;p43"/>
          <p:cNvSpPr txBox="1">
            <a:spLocks noGrp="1"/>
          </p:cNvSpPr>
          <p:nvPr>
            <p:ph type="title" idx="15"/>
          </p:nvPr>
        </p:nvSpPr>
        <p:spPr>
          <a:xfrm>
            <a:off x="4132190" y="980795"/>
            <a:ext cx="912000" cy="579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2400" dirty="0"/>
              <a:t>0</a:t>
            </a:r>
            <a:r>
              <a:rPr lang="ar-SA" altLang="en-GB" sz="2400" dirty="0"/>
              <a:t>3</a:t>
            </a:r>
          </a:p>
        </p:txBody>
      </p:sp>
      <p:sp>
        <p:nvSpPr>
          <p:cNvPr id="6" name="Google Shape;1012;p43"/>
          <p:cNvSpPr txBox="1"/>
          <p:nvPr/>
        </p:nvSpPr>
        <p:spPr>
          <a:xfrm>
            <a:off x="95884" y="4181769"/>
            <a:ext cx="2586355" cy="13315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2"/>
              </a:buClr>
              <a:buSzPts val="1200"/>
              <a:buFont typeface="Muli"/>
              <a:buNone/>
              <a:defRPr>
                <a:solidFill>
                  <a:schemeClr val="dk2"/>
                </a:solidFill>
                <a:latin typeface="Cairo" pitchFamily="2" charset="-78"/>
                <a:ea typeface="Muli"/>
                <a:cs typeface="Cairo" pitchFamily="2" charset="-78"/>
                <a:sym typeface="Muli"/>
              </a:defRPr>
            </a:lvl1pPr>
            <a:lvl2pPr marL="914400" indent="-304800">
              <a:buClr>
                <a:schemeClr val="dk2"/>
              </a:buClr>
              <a:buSzPts val="1200"/>
              <a:buFont typeface="Muli"/>
              <a:buNone/>
              <a:defRPr>
                <a:solidFill>
                  <a:schemeClr val="dk2"/>
                </a:solidFill>
                <a:latin typeface="Muli"/>
                <a:ea typeface="Muli"/>
                <a:cs typeface="Muli"/>
                <a:sym typeface="Muli"/>
              </a:defRPr>
            </a:lvl2pPr>
            <a:lvl3pPr marL="1371600" indent="-304800">
              <a:buClr>
                <a:schemeClr val="dk2"/>
              </a:buClr>
              <a:buSzPts val="1200"/>
              <a:buFont typeface="Muli"/>
              <a:buNone/>
              <a:defRPr>
                <a:solidFill>
                  <a:schemeClr val="dk2"/>
                </a:solidFill>
                <a:latin typeface="Muli"/>
                <a:ea typeface="Muli"/>
                <a:cs typeface="Muli"/>
                <a:sym typeface="Muli"/>
              </a:defRPr>
            </a:lvl3pPr>
            <a:lvl4pPr marL="1828800" indent="-304800">
              <a:buClr>
                <a:schemeClr val="dk2"/>
              </a:buClr>
              <a:buSzPts val="1200"/>
              <a:buFont typeface="Muli"/>
              <a:buNone/>
              <a:defRPr>
                <a:solidFill>
                  <a:schemeClr val="dk2"/>
                </a:solidFill>
                <a:latin typeface="Muli"/>
                <a:ea typeface="Muli"/>
                <a:cs typeface="Muli"/>
                <a:sym typeface="Muli"/>
              </a:defRPr>
            </a:lvl4pPr>
            <a:lvl5pPr marL="2286000" indent="-304800">
              <a:buClr>
                <a:schemeClr val="dk2"/>
              </a:buClr>
              <a:buSzPts val="1200"/>
              <a:buFont typeface="Muli"/>
              <a:buNone/>
              <a:defRPr>
                <a:solidFill>
                  <a:schemeClr val="dk2"/>
                </a:solidFill>
                <a:latin typeface="Muli"/>
                <a:ea typeface="Muli"/>
                <a:cs typeface="Muli"/>
                <a:sym typeface="Muli"/>
              </a:defRPr>
            </a:lvl5pPr>
            <a:lvl6pPr marL="2743200" indent="-304800">
              <a:buClr>
                <a:schemeClr val="dk2"/>
              </a:buClr>
              <a:buSzPts val="1200"/>
              <a:buFont typeface="Muli"/>
              <a:buNone/>
              <a:defRPr>
                <a:solidFill>
                  <a:schemeClr val="dk2"/>
                </a:solidFill>
                <a:latin typeface="Muli"/>
                <a:ea typeface="Muli"/>
                <a:cs typeface="Muli"/>
                <a:sym typeface="Muli"/>
              </a:defRPr>
            </a:lvl6pPr>
            <a:lvl7pPr marL="3200400" indent="-304800">
              <a:buClr>
                <a:schemeClr val="dk2"/>
              </a:buClr>
              <a:buSzPts val="1200"/>
              <a:buFont typeface="Muli"/>
              <a:buNone/>
              <a:defRPr>
                <a:solidFill>
                  <a:schemeClr val="dk2"/>
                </a:solidFill>
                <a:latin typeface="Muli"/>
                <a:ea typeface="Muli"/>
                <a:cs typeface="Muli"/>
                <a:sym typeface="Muli"/>
              </a:defRPr>
            </a:lvl7pPr>
            <a:lvl8pPr marL="3657600" indent="-304800">
              <a:buClr>
                <a:schemeClr val="dk2"/>
              </a:buClr>
              <a:buSzPts val="1200"/>
              <a:buFont typeface="Muli"/>
              <a:buNone/>
              <a:defRPr>
                <a:solidFill>
                  <a:schemeClr val="dk2"/>
                </a:solidFill>
                <a:latin typeface="Muli"/>
                <a:ea typeface="Muli"/>
                <a:cs typeface="Muli"/>
                <a:sym typeface="Muli"/>
              </a:defRPr>
            </a:lvl8pPr>
            <a:lvl9pPr marL="4114800" indent="-304800">
              <a:buClr>
                <a:schemeClr val="dk2"/>
              </a:buClr>
              <a:buSzPts val="1200"/>
              <a:buFont typeface="Muli"/>
              <a:buNone/>
              <a:defRPr>
                <a:solidFill>
                  <a:schemeClr val="dk2"/>
                </a:solidFill>
                <a:latin typeface="Muli"/>
                <a:ea typeface="Muli"/>
                <a:cs typeface="Muli"/>
                <a:sym typeface="Muli"/>
              </a:defRPr>
            </a:lvl9pPr>
          </a:lstStyle>
          <a:p>
            <a:r>
              <a:rPr lang="en-GB" sz="1200" dirty="0"/>
              <a:t> </a:t>
            </a:r>
            <a:r>
              <a:rPr lang="en-GB" sz="1200"/>
              <a:t>Implement a robust database to store and manage accurate information about each provider.</a:t>
            </a:r>
          </a:p>
        </p:txBody>
      </p:sp>
      <p:sp>
        <p:nvSpPr>
          <p:cNvPr id="9" name="Google Shape;1012;p43"/>
          <p:cNvSpPr txBox="1"/>
          <p:nvPr/>
        </p:nvSpPr>
        <p:spPr>
          <a:xfrm>
            <a:off x="3200400" y="4181770"/>
            <a:ext cx="3105400" cy="13315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gn="just">
              <a:buClr>
                <a:schemeClr val="dk2"/>
              </a:buClr>
              <a:buSzPts val="1200"/>
              <a:buFont typeface="Muli"/>
              <a:buNone/>
              <a:defRPr>
                <a:solidFill>
                  <a:schemeClr val="dk2"/>
                </a:solidFill>
                <a:latin typeface="Cairo" pitchFamily="2" charset="-78"/>
                <a:ea typeface="Muli"/>
                <a:cs typeface="Cairo" pitchFamily="2" charset="-78"/>
                <a:sym typeface="Muli"/>
              </a:defRPr>
            </a:lvl1pPr>
            <a:lvl2pPr marL="914400" indent="-304800">
              <a:buClr>
                <a:schemeClr val="dk2"/>
              </a:buClr>
              <a:buSzPts val="1200"/>
              <a:buFont typeface="Muli"/>
              <a:buNone/>
              <a:defRPr>
                <a:solidFill>
                  <a:schemeClr val="dk2"/>
                </a:solidFill>
                <a:latin typeface="Muli"/>
                <a:ea typeface="Muli"/>
                <a:cs typeface="Muli"/>
                <a:sym typeface="Muli"/>
              </a:defRPr>
            </a:lvl2pPr>
            <a:lvl3pPr marL="1371600" indent="-304800">
              <a:buClr>
                <a:schemeClr val="dk2"/>
              </a:buClr>
              <a:buSzPts val="1200"/>
              <a:buFont typeface="Muli"/>
              <a:buNone/>
              <a:defRPr>
                <a:solidFill>
                  <a:schemeClr val="dk2"/>
                </a:solidFill>
                <a:latin typeface="Muli"/>
                <a:ea typeface="Muli"/>
                <a:cs typeface="Muli"/>
                <a:sym typeface="Muli"/>
              </a:defRPr>
            </a:lvl3pPr>
            <a:lvl4pPr marL="1828800" indent="-304800">
              <a:buClr>
                <a:schemeClr val="dk2"/>
              </a:buClr>
              <a:buSzPts val="1200"/>
              <a:buFont typeface="Muli"/>
              <a:buNone/>
              <a:defRPr>
                <a:solidFill>
                  <a:schemeClr val="dk2"/>
                </a:solidFill>
                <a:latin typeface="Muli"/>
                <a:ea typeface="Muli"/>
                <a:cs typeface="Muli"/>
                <a:sym typeface="Muli"/>
              </a:defRPr>
            </a:lvl4pPr>
            <a:lvl5pPr marL="2286000" indent="-304800">
              <a:buClr>
                <a:schemeClr val="dk2"/>
              </a:buClr>
              <a:buSzPts val="1200"/>
              <a:buFont typeface="Muli"/>
              <a:buNone/>
              <a:defRPr>
                <a:solidFill>
                  <a:schemeClr val="dk2"/>
                </a:solidFill>
                <a:latin typeface="Muli"/>
                <a:ea typeface="Muli"/>
                <a:cs typeface="Muli"/>
                <a:sym typeface="Muli"/>
              </a:defRPr>
            </a:lvl5pPr>
            <a:lvl6pPr marL="2743200" indent="-304800">
              <a:buClr>
                <a:schemeClr val="dk2"/>
              </a:buClr>
              <a:buSzPts val="1200"/>
              <a:buFont typeface="Muli"/>
              <a:buNone/>
              <a:defRPr>
                <a:solidFill>
                  <a:schemeClr val="dk2"/>
                </a:solidFill>
                <a:latin typeface="Muli"/>
                <a:ea typeface="Muli"/>
                <a:cs typeface="Muli"/>
                <a:sym typeface="Muli"/>
              </a:defRPr>
            </a:lvl6pPr>
            <a:lvl7pPr marL="3200400" indent="-304800">
              <a:buClr>
                <a:schemeClr val="dk2"/>
              </a:buClr>
              <a:buSzPts val="1200"/>
              <a:buFont typeface="Muli"/>
              <a:buNone/>
              <a:defRPr>
                <a:solidFill>
                  <a:schemeClr val="dk2"/>
                </a:solidFill>
                <a:latin typeface="Muli"/>
                <a:ea typeface="Muli"/>
                <a:cs typeface="Muli"/>
                <a:sym typeface="Muli"/>
              </a:defRPr>
            </a:lvl7pPr>
            <a:lvl8pPr marL="3657600" indent="-304800">
              <a:buClr>
                <a:schemeClr val="dk2"/>
              </a:buClr>
              <a:buSzPts val="1200"/>
              <a:buFont typeface="Muli"/>
              <a:buNone/>
              <a:defRPr>
                <a:solidFill>
                  <a:schemeClr val="dk2"/>
                </a:solidFill>
                <a:latin typeface="Muli"/>
                <a:ea typeface="Muli"/>
                <a:cs typeface="Muli"/>
                <a:sym typeface="Muli"/>
              </a:defRPr>
            </a:lvl8pPr>
            <a:lvl9pPr marL="4114800" indent="-304800">
              <a:buClr>
                <a:schemeClr val="dk2"/>
              </a:buClr>
              <a:buSzPts val="1200"/>
              <a:buFont typeface="Muli"/>
              <a:buNone/>
              <a:defRPr>
                <a:solidFill>
                  <a:schemeClr val="dk2"/>
                </a:solidFill>
                <a:latin typeface="Muli"/>
                <a:ea typeface="Muli"/>
                <a:cs typeface="Muli"/>
                <a:sym typeface="Muli"/>
              </a:defRPr>
            </a:lvl9pPr>
          </a:lstStyle>
          <a:p>
            <a:pPr algn="l"/>
            <a:r>
              <a:rPr lang="en-GB" sz="1200" dirty="0"/>
              <a:t>Collaborate closely with providers to ensure the accuracy and reliability of the information provided in the application. </a:t>
            </a:r>
          </a:p>
        </p:txBody>
      </p:sp>
      <p:sp>
        <p:nvSpPr>
          <p:cNvPr id="3" name="Google Shape;1022;p43"/>
          <p:cNvSpPr txBox="1">
            <a:spLocks noGrp="1"/>
          </p:cNvSpPr>
          <p:nvPr/>
        </p:nvSpPr>
        <p:spPr>
          <a:xfrm>
            <a:off x="2476110" y="2407700"/>
            <a:ext cx="912000" cy="5790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27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2700"/>
              <a:buFont typeface="Roboto"/>
              <a:buNone/>
              <a:defRPr sz="2700"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2700"/>
              <a:buFont typeface="Roboto"/>
              <a:buNone/>
              <a:defRPr sz="2700"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2700"/>
              <a:buFont typeface="Roboto"/>
              <a:buNone/>
              <a:defRPr sz="2700"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2700"/>
              <a:buFont typeface="Roboto"/>
              <a:buNone/>
              <a:defRPr sz="2700"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2700"/>
              <a:buFont typeface="Roboto"/>
              <a:buNone/>
              <a:defRPr sz="2700"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2700"/>
              <a:buFont typeface="Roboto"/>
              <a:buNone/>
              <a:defRPr sz="2700"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2700"/>
              <a:buFont typeface="Roboto"/>
              <a:buNone/>
              <a:defRPr sz="2700"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2700"/>
              <a:buFont typeface="Roboto"/>
              <a:buNone/>
              <a:defRPr sz="2700" b="1" i="0" u="none" strike="noStrike" cap="none">
                <a:solidFill>
                  <a:schemeClr val="dk2"/>
                </a:solidFill>
                <a:latin typeface="Roboto"/>
                <a:ea typeface="Roboto"/>
                <a:cs typeface="Roboto"/>
                <a:sym typeface="Roboto"/>
              </a:defRPr>
            </a:lvl9pPr>
          </a:lstStyle>
          <a:p>
            <a:pPr marL="0" lvl="0" indent="0" algn="l" rtl="0">
              <a:spcBef>
                <a:spcPts val="0"/>
              </a:spcBef>
              <a:spcAft>
                <a:spcPts val="0"/>
              </a:spcAft>
              <a:buNone/>
            </a:pPr>
            <a:r>
              <a:rPr lang="en-GB" sz="2400" dirty="0"/>
              <a:t>0</a:t>
            </a:r>
            <a:r>
              <a:rPr lang="en-US" altLang="en-GB" sz="2400" dirty="0"/>
              <a:t>5</a:t>
            </a:r>
          </a:p>
        </p:txBody>
      </p:sp>
      <p:sp>
        <p:nvSpPr>
          <p:cNvPr id="4" name="Google Shape;1012;p43"/>
          <p:cNvSpPr txBox="1"/>
          <p:nvPr/>
        </p:nvSpPr>
        <p:spPr>
          <a:xfrm>
            <a:off x="1546860" y="2976880"/>
            <a:ext cx="3105150" cy="752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gn="just">
              <a:buClr>
                <a:schemeClr val="dk2"/>
              </a:buClr>
              <a:buSzPts val="1200"/>
              <a:buFont typeface="Muli"/>
              <a:buNone/>
              <a:defRPr>
                <a:solidFill>
                  <a:schemeClr val="dk2"/>
                </a:solidFill>
                <a:latin typeface="Cairo" pitchFamily="2" charset="-78"/>
                <a:ea typeface="Muli"/>
                <a:cs typeface="Cairo" pitchFamily="2" charset="-78"/>
                <a:sym typeface="Muli"/>
              </a:defRPr>
            </a:lvl1pPr>
            <a:lvl2pPr marL="914400" indent="-304800">
              <a:buClr>
                <a:schemeClr val="dk2"/>
              </a:buClr>
              <a:buSzPts val="1200"/>
              <a:buFont typeface="Muli"/>
              <a:buNone/>
              <a:defRPr>
                <a:solidFill>
                  <a:schemeClr val="dk2"/>
                </a:solidFill>
                <a:latin typeface="Muli"/>
                <a:ea typeface="Muli"/>
                <a:cs typeface="Muli"/>
                <a:sym typeface="Muli"/>
              </a:defRPr>
            </a:lvl2pPr>
            <a:lvl3pPr marL="1371600" indent="-304800">
              <a:buClr>
                <a:schemeClr val="dk2"/>
              </a:buClr>
              <a:buSzPts val="1200"/>
              <a:buFont typeface="Muli"/>
              <a:buNone/>
              <a:defRPr>
                <a:solidFill>
                  <a:schemeClr val="dk2"/>
                </a:solidFill>
                <a:latin typeface="Muli"/>
                <a:ea typeface="Muli"/>
                <a:cs typeface="Muli"/>
                <a:sym typeface="Muli"/>
              </a:defRPr>
            </a:lvl3pPr>
            <a:lvl4pPr marL="1828800" indent="-304800">
              <a:buClr>
                <a:schemeClr val="dk2"/>
              </a:buClr>
              <a:buSzPts val="1200"/>
              <a:buFont typeface="Muli"/>
              <a:buNone/>
              <a:defRPr>
                <a:solidFill>
                  <a:schemeClr val="dk2"/>
                </a:solidFill>
                <a:latin typeface="Muli"/>
                <a:ea typeface="Muli"/>
                <a:cs typeface="Muli"/>
                <a:sym typeface="Muli"/>
              </a:defRPr>
            </a:lvl4pPr>
            <a:lvl5pPr marL="2286000" indent="-304800">
              <a:buClr>
                <a:schemeClr val="dk2"/>
              </a:buClr>
              <a:buSzPts val="1200"/>
              <a:buFont typeface="Muli"/>
              <a:buNone/>
              <a:defRPr>
                <a:solidFill>
                  <a:schemeClr val="dk2"/>
                </a:solidFill>
                <a:latin typeface="Muli"/>
                <a:ea typeface="Muli"/>
                <a:cs typeface="Muli"/>
                <a:sym typeface="Muli"/>
              </a:defRPr>
            </a:lvl5pPr>
            <a:lvl6pPr marL="2743200" indent="-304800">
              <a:buClr>
                <a:schemeClr val="dk2"/>
              </a:buClr>
              <a:buSzPts val="1200"/>
              <a:buFont typeface="Muli"/>
              <a:buNone/>
              <a:defRPr>
                <a:solidFill>
                  <a:schemeClr val="dk2"/>
                </a:solidFill>
                <a:latin typeface="Muli"/>
                <a:ea typeface="Muli"/>
                <a:cs typeface="Muli"/>
                <a:sym typeface="Muli"/>
              </a:defRPr>
            </a:lvl6pPr>
            <a:lvl7pPr marL="3200400" indent="-304800">
              <a:buClr>
                <a:schemeClr val="dk2"/>
              </a:buClr>
              <a:buSzPts val="1200"/>
              <a:buFont typeface="Muli"/>
              <a:buNone/>
              <a:defRPr>
                <a:solidFill>
                  <a:schemeClr val="dk2"/>
                </a:solidFill>
                <a:latin typeface="Muli"/>
                <a:ea typeface="Muli"/>
                <a:cs typeface="Muli"/>
                <a:sym typeface="Muli"/>
              </a:defRPr>
            </a:lvl7pPr>
            <a:lvl8pPr marL="3657600" indent="-304800">
              <a:buClr>
                <a:schemeClr val="dk2"/>
              </a:buClr>
              <a:buSzPts val="1200"/>
              <a:buFont typeface="Muli"/>
              <a:buNone/>
              <a:defRPr>
                <a:solidFill>
                  <a:schemeClr val="dk2"/>
                </a:solidFill>
                <a:latin typeface="Muli"/>
                <a:ea typeface="Muli"/>
                <a:cs typeface="Muli"/>
                <a:sym typeface="Muli"/>
              </a:defRPr>
            </a:lvl8pPr>
            <a:lvl9pPr marL="4114800" indent="-304800">
              <a:buClr>
                <a:schemeClr val="dk2"/>
              </a:buClr>
              <a:buSzPts val="1200"/>
              <a:buFont typeface="Muli"/>
              <a:buNone/>
              <a:defRPr>
                <a:solidFill>
                  <a:schemeClr val="dk2"/>
                </a:solidFill>
                <a:latin typeface="Muli"/>
                <a:ea typeface="Muli"/>
                <a:cs typeface="Muli"/>
                <a:sym typeface="Muli"/>
              </a:defRPr>
            </a:lvl9pPr>
          </a:lstStyle>
          <a:p>
            <a:pPr algn="l"/>
            <a:r>
              <a:rPr lang="en-GB" sz="1200" dirty="0"/>
              <a:t>Allow users to rate the services in the application</a:t>
            </a:r>
            <a:r>
              <a:rPr lang="en-US" sz="1200" dirty="0"/>
              <a:t>.</a:t>
            </a:r>
            <a:r>
              <a:rPr lang="en-GB" sz="12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p45"/>
          <p:cNvSpPr/>
          <p:nvPr/>
        </p:nvSpPr>
        <p:spPr>
          <a:xfrm>
            <a:off x="1815465" y="1597660"/>
            <a:ext cx="5619115" cy="2353945"/>
          </a:xfrm>
          <a:prstGeom prst="roundRect">
            <a:avLst>
              <a:gd name="adj" fmla="val 16667"/>
            </a:avLst>
          </a:prstGeom>
          <a:solidFill>
            <a:srgbClr val="00899D"/>
          </a:solidFill>
          <a:ln w="9525" cap="flat" cmpd="sng">
            <a:solidFill>
              <a:srgbClr val="00899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5"/>
          <p:cNvSpPr/>
          <p:nvPr/>
        </p:nvSpPr>
        <p:spPr>
          <a:xfrm>
            <a:off x="1641475" y="1384935"/>
            <a:ext cx="5619115" cy="2353945"/>
          </a:xfrm>
          <a:prstGeom prst="roundRect">
            <a:avLst>
              <a:gd name="adj" fmla="val 16667"/>
            </a:avLst>
          </a:prstGeom>
          <a:solidFill>
            <a:srgbClr val="F0F7ED"/>
          </a:solidFill>
          <a:ln w="9525" cap="flat" cmpd="sng">
            <a:solidFill>
              <a:srgbClr val="00899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5"/>
          <p:cNvSpPr txBox="1">
            <a:spLocks noGrp="1"/>
          </p:cNvSpPr>
          <p:nvPr>
            <p:ph type="title"/>
          </p:nvPr>
        </p:nvSpPr>
        <p:spPr>
          <a:xfrm>
            <a:off x="3060065" y="412750"/>
            <a:ext cx="3007360" cy="51816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200" dirty="0">
                <a:latin typeface="Cairo" pitchFamily="2" charset="-78"/>
                <a:cs typeface="Cairo" pitchFamily="2" charset="-78"/>
              </a:rPr>
              <a:t>Project Scope</a:t>
            </a:r>
          </a:p>
        </p:txBody>
      </p:sp>
      <p:sp>
        <p:nvSpPr>
          <p:cNvPr id="1064" name="Google Shape;1064;p45"/>
          <p:cNvSpPr txBox="1">
            <a:spLocks noGrp="1"/>
          </p:cNvSpPr>
          <p:nvPr>
            <p:ph type="subTitle" idx="1"/>
          </p:nvPr>
        </p:nvSpPr>
        <p:spPr>
          <a:xfrm>
            <a:off x="2000250" y="1645920"/>
            <a:ext cx="4933950" cy="190119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a:latin typeface="Cairo" pitchFamily="2" charset="-78"/>
                <a:cs typeface="Cairo" pitchFamily="2" charset="-78"/>
              </a:rPr>
              <a:t>The scope of the application encompasses providing citizens with detailed information about the providers. The primary focus is on facilitating inquiries and accessing information about the services provided by these providers for citizens who live in mukalla and AlShihr.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46"/>
          <p:cNvSpPr txBox="1">
            <a:spLocks noGrp="1"/>
          </p:cNvSpPr>
          <p:nvPr>
            <p:ph type="title"/>
          </p:nvPr>
        </p:nvSpPr>
        <p:spPr>
          <a:xfrm>
            <a:off x="3194500" y="2091000"/>
            <a:ext cx="5679300" cy="961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4400" dirty="0">
                <a:latin typeface="Cairo" pitchFamily="2" charset="-78"/>
                <a:cs typeface="Cairo" pitchFamily="2" charset="-78"/>
                <a:sym typeface="+mn-ea"/>
              </a:rPr>
              <a:t>Related Works</a:t>
            </a:r>
            <a:endParaRPr lang="en-GB" sz="4400" dirty="0">
              <a:latin typeface="Cairo" pitchFamily="2" charset="-78"/>
              <a:cs typeface="Cairo" pitchFamily="2" charset="-7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4" name="Google Shape;1121;p48"/>
          <p:cNvSpPr txBox="1">
            <a:spLocks noGrp="1"/>
          </p:cNvSpPr>
          <p:nvPr>
            <p:ph type="title"/>
          </p:nvPr>
        </p:nvSpPr>
        <p:spPr>
          <a:xfrm>
            <a:off x="3288030" y="175895"/>
            <a:ext cx="2567940" cy="4730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200" dirty="0">
                <a:latin typeface="Cairo" pitchFamily="2" charset="-78"/>
                <a:cs typeface="Cairo" pitchFamily="2" charset="-78"/>
              </a:rPr>
              <a:t>Yemen </a:t>
            </a:r>
            <a:r>
              <a:rPr lang="en-US" altLang="en-GB" sz="3200" dirty="0">
                <a:latin typeface="Cairo" pitchFamily="2" charset="-78"/>
                <a:cs typeface="Cairo" pitchFamily="2" charset="-78"/>
              </a:rPr>
              <a:t>G</a:t>
            </a:r>
            <a:r>
              <a:rPr lang="en-GB" sz="3200" dirty="0">
                <a:latin typeface="Cairo" pitchFamily="2" charset="-78"/>
                <a:cs typeface="Cairo" pitchFamily="2" charset="-78"/>
              </a:rPr>
              <a:t>uide</a:t>
            </a:r>
          </a:p>
        </p:txBody>
      </p:sp>
      <p:sp>
        <p:nvSpPr>
          <p:cNvPr id="6" name="Google Shape;1124;p48"/>
          <p:cNvSpPr/>
          <p:nvPr/>
        </p:nvSpPr>
        <p:spPr>
          <a:xfrm>
            <a:off x="1772285" y="847090"/>
            <a:ext cx="1209675" cy="1151255"/>
          </a:xfrm>
          <a:prstGeom prst="ellipse">
            <a:avLst/>
          </a:prstGeom>
          <a:noFill/>
          <a:ln w="19050" cap="flat" cmpd="sng">
            <a:solidFill>
              <a:srgbClr val="FF7210"/>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23" name="Google Shape;1130;p48"/>
          <p:cNvSpPr txBox="1">
            <a:spLocks noGrp="1"/>
          </p:cNvSpPr>
          <p:nvPr>
            <p:ph type="subTitle" idx="1"/>
          </p:nvPr>
        </p:nvSpPr>
        <p:spPr>
          <a:xfrm>
            <a:off x="1627505" y="995045"/>
            <a:ext cx="1497965" cy="77851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latin typeface="Cairo" pitchFamily="2" charset="-78"/>
                <a:cs typeface="Cairo" pitchFamily="2" charset="-78"/>
              </a:rPr>
              <a:t>our application</a:t>
            </a:r>
          </a:p>
        </p:txBody>
      </p:sp>
      <p:sp>
        <p:nvSpPr>
          <p:cNvPr id="32" name="Google Shape;1124;p48"/>
          <p:cNvSpPr/>
          <p:nvPr/>
        </p:nvSpPr>
        <p:spPr>
          <a:xfrm>
            <a:off x="5951220" y="845820"/>
            <a:ext cx="1209675" cy="1151255"/>
          </a:xfrm>
          <a:prstGeom prst="ellipse">
            <a:avLst/>
          </a:prstGeom>
          <a:noFill/>
          <a:ln w="19050" cap="flat" cmpd="sng">
            <a:solidFill>
              <a:srgbClr val="FF7210"/>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33" name="Google Shape;1130;p48"/>
          <p:cNvSpPr txBox="1"/>
          <p:nvPr/>
        </p:nvSpPr>
        <p:spPr>
          <a:xfrm>
            <a:off x="5938520" y="1059180"/>
            <a:ext cx="1220470" cy="65659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2"/>
              </a:buClr>
              <a:buSzPts val="1200"/>
              <a:buFont typeface="Muli"/>
              <a:buNone/>
              <a:defRPr sz="1700" b="0" i="0" u="none" strike="noStrike" cap="none">
                <a:solidFill>
                  <a:schemeClr val="dk2"/>
                </a:solidFill>
                <a:latin typeface="Muli"/>
                <a:ea typeface="Muli"/>
                <a:cs typeface="Muli"/>
                <a:sym typeface="Muli"/>
              </a:defRPr>
            </a:lvl1pPr>
            <a:lvl2pPr marL="914400" marR="0" lvl="1" indent="-304800" algn="l" rtl="0">
              <a:lnSpc>
                <a:spcPct val="100000"/>
              </a:lnSpc>
              <a:spcBef>
                <a:spcPts val="0"/>
              </a:spcBef>
              <a:spcAft>
                <a:spcPts val="0"/>
              </a:spcAft>
              <a:buClr>
                <a:schemeClr val="dk2"/>
              </a:buClr>
              <a:buSzPts val="1200"/>
              <a:buFont typeface="Muli"/>
              <a:buNone/>
              <a:defRPr sz="1700" b="0" i="0" u="none" strike="noStrike" cap="none">
                <a:solidFill>
                  <a:schemeClr val="dk2"/>
                </a:solidFill>
                <a:latin typeface="Muli"/>
                <a:ea typeface="Muli"/>
                <a:cs typeface="Muli"/>
                <a:sym typeface="Muli"/>
              </a:defRPr>
            </a:lvl2pPr>
            <a:lvl3pPr marL="1371600" marR="0" lvl="2" indent="-304800" algn="l" rtl="0">
              <a:lnSpc>
                <a:spcPct val="100000"/>
              </a:lnSpc>
              <a:spcBef>
                <a:spcPts val="0"/>
              </a:spcBef>
              <a:spcAft>
                <a:spcPts val="0"/>
              </a:spcAft>
              <a:buClr>
                <a:schemeClr val="dk2"/>
              </a:buClr>
              <a:buSzPts val="1200"/>
              <a:buFont typeface="Muli"/>
              <a:buNone/>
              <a:defRPr sz="1700" b="0" i="0" u="none" strike="noStrike" cap="none">
                <a:solidFill>
                  <a:schemeClr val="dk2"/>
                </a:solidFill>
                <a:latin typeface="Muli"/>
                <a:ea typeface="Muli"/>
                <a:cs typeface="Muli"/>
                <a:sym typeface="Muli"/>
              </a:defRPr>
            </a:lvl3pPr>
            <a:lvl4pPr marL="1828800" marR="0" lvl="3" indent="-304800" algn="l" rtl="0">
              <a:lnSpc>
                <a:spcPct val="100000"/>
              </a:lnSpc>
              <a:spcBef>
                <a:spcPts val="0"/>
              </a:spcBef>
              <a:spcAft>
                <a:spcPts val="0"/>
              </a:spcAft>
              <a:buClr>
                <a:schemeClr val="dk2"/>
              </a:buClr>
              <a:buSzPts val="1200"/>
              <a:buFont typeface="Muli"/>
              <a:buNone/>
              <a:defRPr sz="1700" b="0" i="0" u="none" strike="noStrike" cap="none">
                <a:solidFill>
                  <a:schemeClr val="dk2"/>
                </a:solidFill>
                <a:latin typeface="Muli"/>
                <a:ea typeface="Muli"/>
                <a:cs typeface="Muli"/>
                <a:sym typeface="Muli"/>
              </a:defRPr>
            </a:lvl4pPr>
            <a:lvl5pPr marL="2286000" marR="0" lvl="4" indent="-304800" algn="l" rtl="0">
              <a:lnSpc>
                <a:spcPct val="100000"/>
              </a:lnSpc>
              <a:spcBef>
                <a:spcPts val="0"/>
              </a:spcBef>
              <a:spcAft>
                <a:spcPts val="0"/>
              </a:spcAft>
              <a:buClr>
                <a:schemeClr val="dk2"/>
              </a:buClr>
              <a:buSzPts val="1200"/>
              <a:buFont typeface="Muli"/>
              <a:buNone/>
              <a:defRPr sz="1700" b="0" i="0" u="none" strike="noStrike" cap="none">
                <a:solidFill>
                  <a:schemeClr val="dk2"/>
                </a:solidFill>
                <a:latin typeface="Muli"/>
                <a:ea typeface="Muli"/>
                <a:cs typeface="Muli"/>
                <a:sym typeface="Muli"/>
              </a:defRPr>
            </a:lvl5pPr>
            <a:lvl6pPr marL="2743200" marR="0" lvl="5" indent="-304800" algn="l" rtl="0">
              <a:lnSpc>
                <a:spcPct val="100000"/>
              </a:lnSpc>
              <a:spcBef>
                <a:spcPts val="0"/>
              </a:spcBef>
              <a:spcAft>
                <a:spcPts val="0"/>
              </a:spcAft>
              <a:buClr>
                <a:schemeClr val="dk2"/>
              </a:buClr>
              <a:buSzPts val="1200"/>
              <a:buFont typeface="Muli"/>
              <a:buNone/>
              <a:defRPr sz="1700" b="0" i="0" u="none" strike="noStrike" cap="none">
                <a:solidFill>
                  <a:schemeClr val="dk2"/>
                </a:solidFill>
                <a:latin typeface="Muli"/>
                <a:ea typeface="Muli"/>
                <a:cs typeface="Muli"/>
                <a:sym typeface="Muli"/>
              </a:defRPr>
            </a:lvl6pPr>
            <a:lvl7pPr marL="3200400" marR="0" lvl="6" indent="-304800" algn="l" rtl="0">
              <a:lnSpc>
                <a:spcPct val="100000"/>
              </a:lnSpc>
              <a:spcBef>
                <a:spcPts val="0"/>
              </a:spcBef>
              <a:spcAft>
                <a:spcPts val="0"/>
              </a:spcAft>
              <a:buClr>
                <a:schemeClr val="dk2"/>
              </a:buClr>
              <a:buSzPts val="1200"/>
              <a:buFont typeface="Muli"/>
              <a:buNone/>
              <a:defRPr sz="1700" b="0" i="0" u="none" strike="noStrike" cap="none">
                <a:solidFill>
                  <a:schemeClr val="dk2"/>
                </a:solidFill>
                <a:latin typeface="Muli"/>
                <a:ea typeface="Muli"/>
                <a:cs typeface="Muli"/>
                <a:sym typeface="Muli"/>
              </a:defRPr>
            </a:lvl7pPr>
            <a:lvl8pPr marL="3657600" marR="0" lvl="7" indent="-304800" algn="l" rtl="0">
              <a:lnSpc>
                <a:spcPct val="100000"/>
              </a:lnSpc>
              <a:spcBef>
                <a:spcPts val="0"/>
              </a:spcBef>
              <a:spcAft>
                <a:spcPts val="0"/>
              </a:spcAft>
              <a:buClr>
                <a:schemeClr val="dk2"/>
              </a:buClr>
              <a:buSzPts val="1200"/>
              <a:buFont typeface="Muli"/>
              <a:buNone/>
              <a:defRPr sz="1700" b="0" i="0" u="none" strike="noStrike" cap="none">
                <a:solidFill>
                  <a:schemeClr val="dk2"/>
                </a:solidFill>
                <a:latin typeface="Muli"/>
                <a:ea typeface="Muli"/>
                <a:cs typeface="Muli"/>
                <a:sym typeface="Muli"/>
              </a:defRPr>
            </a:lvl8pPr>
            <a:lvl9pPr marL="4114800" marR="0" lvl="8" indent="-304800" algn="l" rtl="0">
              <a:lnSpc>
                <a:spcPct val="100000"/>
              </a:lnSpc>
              <a:spcBef>
                <a:spcPts val="0"/>
              </a:spcBef>
              <a:spcAft>
                <a:spcPts val="0"/>
              </a:spcAft>
              <a:buClr>
                <a:schemeClr val="dk2"/>
              </a:buClr>
              <a:buSzPts val="1200"/>
              <a:buFont typeface="Muli"/>
              <a:buNone/>
              <a:defRPr sz="1700" b="0" i="0" u="none" strike="noStrike" cap="none">
                <a:solidFill>
                  <a:schemeClr val="dk2"/>
                </a:solidFill>
                <a:latin typeface="Muli"/>
                <a:ea typeface="Muli"/>
                <a:cs typeface="Muli"/>
                <a:sym typeface="Muli"/>
              </a:defRPr>
            </a:lvl9pPr>
          </a:lstStyle>
          <a:p>
            <a:pPr marL="0" lvl="0" indent="0" algn="ctr" rtl="0">
              <a:spcBef>
                <a:spcPts val="0"/>
              </a:spcBef>
              <a:spcAft>
                <a:spcPts val="0"/>
              </a:spcAft>
              <a:buNone/>
            </a:pPr>
            <a:r>
              <a:rPr lang="en-GB" b="1" dirty="0">
                <a:latin typeface="Cairo" pitchFamily="2" charset="-78"/>
                <a:cs typeface="Cairo" pitchFamily="2" charset="-78"/>
              </a:rPr>
              <a:t>Yemen guide</a:t>
            </a:r>
          </a:p>
        </p:txBody>
      </p:sp>
      <p:sp>
        <p:nvSpPr>
          <p:cNvPr id="8" name="Google Shape;1122;p48"/>
          <p:cNvSpPr txBox="1"/>
          <p:nvPr/>
        </p:nvSpPr>
        <p:spPr>
          <a:xfrm>
            <a:off x="407035" y="2146935"/>
            <a:ext cx="4194175" cy="302196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1pPr>
            <a:lvl2pPr marL="914400" marR="0" lvl="1"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2pPr>
            <a:lvl3pPr marL="1371600" marR="0" lvl="2"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3pPr>
            <a:lvl4pPr marL="1828800" marR="0" lvl="3"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4pPr>
            <a:lvl5pPr marL="2286000" marR="0" lvl="4"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5pPr>
            <a:lvl6pPr marL="2743200" marR="0" lvl="5"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6pPr>
            <a:lvl7pPr marL="3200400" marR="0" lvl="6"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7pPr>
            <a:lvl8pPr marL="3657600" marR="0" lvl="7"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8pPr>
            <a:lvl9pPr marL="4114800" marR="0" lvl="8"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9pPr>
          </a:lstStyle>
          <a:p>
            <a:pPr marL="342900" lvl="0" indent="-342900" algn="l" rtl="0">
              <a:spcBef>
                <a:spcPts val="0"/>
              </a:spcBef>
              <a:spcAft>
                <a:spcPts val="0"/>
              </a:spcAft>
              <a:buFont typeface="Arial" panose="020B0604020202020204" pitchFamily="34" charset="0"/>
              <a:buAutoNum type="arabicPeriod"/>
            </a:pPr>
            <a:r>
              <a:rPr dirty="0">
                <a:latin typeface="Cairo" pitchFamily="2" charset="-78"/>
                <a:cs typeface="Cairo" pitchFamily="2" charset="-78"/>
              </a:rPr>
              <a:t>city-based search feature</a:t>
            </a:r>
            <a:endParaRPr lang="en-US" sz="100" dirty="0">
              <a:latin typeface="Cairo" pitchFamily="2" charset="-78"/>
              <a:cs typeface="Cairo" pitchFamily="2" charset="-78"/>
            </a:endParaRPr>
          </a:p>
          <a:p>
            <a:pPr marL="342900" lvl="0" indent="-342900" algn="l" rtl="0">
              <a:spcBef>
                <a:spcPts val="0"/>
              </a:spcBef>
              <a:spcAft>
                <a:spcPts val="0"/>
              </a:spcAft>
              <a:buFont typeface="Arial" panose="020B0604020202020204" pitchFamily="34" charset="0"/>
              <a:buAutoNum type="arabicPeriod"/>
            </a:pPr>
            <a:endParaRPr sz="700" dirty="0">
              <a:latin typeface="Cairo" pitchFamily="2" charset="-78"/>
              <a:cs typeface="Cairo" pitchFamily="2" charset="-78"/>
            </a:endParaRPr>
          </a:p>
          <a:p>
            <a:pPr marL="342900" lvl="0" indent="-342900" algn="l" rtl="0">
              <a:spcBef>
                <a:spcPts val="0"/>
              </a:spcBef>
              <a:spcAft>
                <a:spcPts val="0"/>
              </a:spcAft>
              <a:buFont typeface="Arial" panose="020B0604020202020204" pitchFamily="34" charset="0"/>
              <a:buAutoNum type="arabicPeriod"/>
            </a:pPr>
            <a:r>
              <a:rPr dirty="0">
                <a:latin typeface="Cairo" pitchFamily="2" charset="-78"/>
                <a:cs typeface="Cairo" pitchFamily="2" charset="-78"/>
              </a:rPr>
              <a:t>Service providers are responsible for adding services to the application.</a:t>
            </a:r>
            <a:endParaRPr lang="en-US" dirty="0">
              <a:latin typeface="Cairo" pitchFamily="2" charset="-78"/>
              <a:cs typeface="Cairo" pitchFamily="2" charset="-78"/>
            </a:endParaRPr>
          </a:p>
          <a:p>
            <a:pPr marL="342900" lvl="0" indent="-342900" algn="l" rtl="0">
              <a:spcBef>
                <a:spcPts val="0"/>
              </a:spcBef>
              <a:spcAft>
                <a:spcPts val="0"/>
              </a:spcAft>
              <a:buFont typeface="Arial" panose="020B0604020202020204" pitchFamily="34" charset="0"/>
              <a:buAutoNum type="arabicPeriod"/>
            </a:pPr>
            <a:endParaRPr sz="700" dirty="0">
              <a:latin typeface="Cairo" pitchFamily="2" charset="-78"/>
              <a:cs typeface="Cairo" pitchFamily="2" charset="-78"/>
            </a:endParaRPr>
          </a:p>
          <a:p>
            <a:pPr marL="342900" lvl="0" indent="-342900" algn="l" rtl="0">
              <a:spcBef>
                <a:spcPts val="0"/>
              </a:spcBef>
              <a:spcAft>
                <a:spcPts val="0"/>
              </a:spcAft>
              <a:buFont typeface="Arial" panose="020B0604020202020204" pitchFamily="34" charset="0"/>
              <a:buAutoNum type="arabicPeriod"/>
            </a:pPr>
            <a:r>
              <a:rPr dirty="0">
                <a:latin typeface="Cairo" pitchFamily="2" charset="-78"/>
                <a:cs typeface="Cairo" pitchFamily="2" charset="-78"/>
              </a:rPr>
              <a:t>The application facilitates a quick and efficient process for services providers to add services.</a:t>
            </a:r>
            <a:endParaRPr lang="en-US" dirty="0">
              <a:latin typeface="Cairo" pitchFamily="2" charset="-78"/>
              <a:cs typeface="Cairo" pitchFamily="2" charset="-78"/>
            </a:endParaRPr>
          </a:p>
          <a:p>
            <a:pPr marL="342900" lvl="0" indent="-342900" algn="l" rtl="0">
              <a:spcBef>
                <a:spcPts val="0"/>
              </a:spcBef>
              <a:spcAft>
                <a:spcPts val="0"/>
              </a:spcAft>
              <a:buFont typeface="Arial" panose="020B0604020202020204" pitchFamily="34" charset="0"/>
              <a:buAutoNum type="arabicPeriod"/>
            </a:pPr>
            <a:endParaRPr sz="700" dirty="0">
              <a:latin typeface="Cairo" pitchFamily="2" charset="-78"/>
              <a:cs typeface="Cairo" pitchFamily="2" charset="-78"/>
            </a:endParaRPr>
          </a:p>
          <a:p>
            <a:pPr marL="342900" lvl="0" indent="-342900" algn="l" rtl="0">
              <a:spcBef>
                <a:spcPts val="0"/>
              </a:spcBef>
              <a:spcAft>
                <a:spcPts val="0"/>
              </a:spcAft>
              <a:buFont typeface="Arial" panose="020B0604020202020204" pitchFamily="34" charset="0"/>
              <a:buAutoNum type="arabicPeriod"/>
            </a:pPr>
            <a:r>
              <a:rPr dirty="0">
                <a:latin typeface="Cairo" pitchFamily="2" charset="-78"/>
                <a:cs typeface="Cairo" pitchFamily="2" charset="-78"/>
              </a:rPr>
              <a:t>The information provided for each service is ensured to be accurate and reliable.</a:t>
            </a:r>
          </a:p>
          <a:p>
            <a:pPr marL="342900" lvl="0" indent="-342900" algn="just" rtl="0">
              <a:spcBef>
                <a:spcPts val="0"/>
              </a:spcBef>
              <a:spcAft>
                <a:spcPts val="0"/>
              </a:spcAft>
              <a:buFont typeface="Arial" panose="020B0604020202020204" pitchFamily="34" charset="0"/>
              <a:buAutoNum type="arabicPeriod"/>
            </a:pPr>
            <a:endParaRPr sz="1600" dirty="0">
              <a:latin typeface="Cairo" pitchFamily="2" charset="-78"/>
              <a:cs typeface="Cairo" pitchFamily="2" charset="-78"/>
            </a:endParaRPr>
          </a:p>
        </p:txBody>
      </p:sp>
      <p:sp>
        <p:nvSpPr>
          <p:cNvPr id="14" name="Google Shape;1122;p48"/>
          <p:cNvSpPr txBox="1"/>
          <p:nvPr/>
        </p:nvSpPr>
        <p:spPr>
          <a:xfrm>
            <a:off x="4744721" y="2067560"/>
            <a:ext cx="3923030" cy="302196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RPr/>
            </a:defPPr>
            <a:lvl1pPr marL="342900" indent="-342900">
              <a:buClr>
                <a:schemeClr val="dk2"/>
              </a:buClr>
              <a:buSzPts val="1200"/>
              <a:buFont typeface="Arial" panose="020B0604020202020204" pitchFamily="34" charset="0"/>
              <a:buAutoNum type="arabicPeriod"/>
              <a:defRPr sz="1600">
                <a:solidFill>
                  <a:schemeClr val="dk2"/>
                </a:solidFill>
                <a:latin typeface="Cairo" pitchFamily="2" charset="-78"/>
                <a:ea typeface="Muli"/>
                <a:cs typeface="Cairo" pitchFamily="2" charset="-78"/>
              </a:defRPr>
            </a:lvl1pPr>
            <a:lvl2pPr marL="914400" indent="-304800">
              <a:buClr>
                <a:schemeClr val="dk2"/>
              </a:buClr>
              <a:buSzPts val="1200"/>
              <a:buFont typeface="Muli"/>
              <a:buNone/>
              <a:defRPr>
                <a:solidFill>
                  <a:schemeClr val="dk2"/>
                </a:solidFill>
                <a:latin typeface="Muli"/>
                <a:ea typeface="Muli"/>
                <a:cs typeface="Muli"/>
              </a:defRPr>
            </a:lvl2pPr>
            <a:lvl3pPr marL="1371600" indent="-304800">
              <a:buClr>
                <a:schemeClr val="dk2"/>
              </a:buClr>
              <a:buSzPts val="1200"/>
              <a:buFont typeface="Muli"/>
              <a:buNone/>
              <a:defRPr>
                <a:solidFill>
                  <a:schemeClr val="dk2"/>
                </a:solidFill>
                <a:latin typeface="Muli"/>
                <a:ea typeface="Muli"/>
                <a:cs typeface="Muli"/>
              </a:defRPr>
            </a:lvl3pPr>
            <a:lvl4pPr marL="1828800" indent="-304800">
              <a:buClr>
                <a:schemeClr val="dk2"/>
              </a:buClr>
              <a:buSzPts val="1200"/>
              <a:buFont typeface="Muli"/>
              <a:buNone/>
              <a:defRPr>
                <a:solidFill>
                  <a:schemeClr val="dk2"/>
                </a:solidFill>
                <a:latin typeface="Muli"/>
                <a:ea typeface="Muli"/>
                <a:cs typeface="Muli"/>
              </a:defRPr>
            </a:lvl4pPr>
            <a:lvl5pPr marL="2286000" indent="-304800">
              <a:buClr>
                <a:schemeClr val="dk2"/>
              </a:buClr>
              <a:buSzPts val="1200"/>
              <a:buFont typeface="Muli"/>
              <a:buNone/>
              <a:defRPr>
                <a:solidFill>
                  <a:schemeClr val="dk2"/>
                </a:solidFill>
                <a:latin typeface="Muli"/>
                <a:ea typeface="Muli"/>
                <a:cs typeface="Muli"/>
              </a:defRPr>
            </a:lvl5pPr>
            <a:lvl6pPr marL="2743200" indent="-304800">
              <a:buClr>
                <a:schemeClr val="dk2"/>
              </a:buClr>
              <a:buSzPts val="1200"/>
              <a:buFont typeface="Muli"/>
              <a:buNone/>
              <a:defRPr>
                <a:solidFill>
                  <a:schemeClr val="dk2"/>
                </a:solidFill>
                <a:latin typeface="Muli"/>
                <a:ea typeface="Muli"/>
                <a:cs typeface="Muli"/>
              </a:defRPr>
            </a:lvl6pPr>
            <a:lvl7pPr marL="3200400" indent="-304800">
              <a:buClr>
                <a:schemeClr val="dk2"/>
              </a:buClr>
              <a:buSzPts val="1200"/>
              <a:buFont typeface="Muli"/>
              <a:buNone/>
              <a:defRPr>
                <a:solidFill>
                  <a:schemeClr val="dk2"/>
                </a:solidFill>
                <a:latin typeface="Muli"/>
                <a:ea typeface="Muli"/>
                <a:cs typeface="Muli"/>
              </a:defRPr>
            </a:lvl7pPr>
            <a:lvl8pPr marL="3657600" indent="-304800">
              <a:buClr>
                <a:schemeClr val="dk2"/>
              </a:buClr>
              <a:buSzPts val="1200"/>
              <a:buFont typeface="Muli"/>
              <a:buNone/>
              <a:defRPr>
                <a:solidFill>
                  <a:schemeClr val="dk2"/>
                </a:solidFill>
                <a:latin typeface="Muli"/>
                <a:ea typeface="Muli"/>
                <a:cs typeface="Muli"/>
              </a:defRPr>
            </a:lvl8pPr>
            <a:lvl9pPr marL="4114800" indent="-304800">
              <a:buClr>
                <a:schemeClr val="dk2"/>
              </a:buClr>
              <a:buSzPts val="1200"/>
              <a:buFont typeface="Muli"/>
              <a:buNone/>
              <a:defRPr>
                <a:solidFill>
                  <a:schemeClr val="dk2"/>
                </a:solidFill>
                <a:latin typeface="Muli"/>
                <a:ea typeface="Muli"/>
                <a:cs typeface="Muli"/>
              </a:defRPr>
            </a:lvl9pPr>
          </a:lstStyle>
          <a:p>
            <a:r>
              <a:rPr sz="1400" dirty="0"/>
              <a:t>state-based search feature</a:t>
            </a:r>
          </a:p>
          <a:p>
            <a:endParaRPr sz="700" dirty="0"/>
          </a:p>
          <a:p>
            <a:r>
              <a:rPr sz="1400" dirty="0"/>
              <a:t>Users have the capability to contribute by adding services and events to the application.</a:t>
            </a:r>
          </a:p>
          <a:p>
            <a:endParaRPr sz="700" dirty="0"/>
          </a:p>
          <a:p>
            <a:r>
              <a:rPr sz="1400" dirty="0"/>
              <a:t>The process of adding services may experience delays as each service undergoes a review by official personnel of the application before being approved</a:t>
            </a:r>
            <a:r>
              <a:rPr lang="ar-SA" sz="1400" dirty="0"/>
              <a:t>.</a:t>
            </a:r>
            <a:endParaRPr sz="1400" dirty="0"/>
          </a:p>
          <a:p>
            <a:endParaRPr sz="700" dirty="0"/>
          </a:p>
          <a:p>
            <a:r>
              <a:rPr sz="1400" dirty="0"/>
              <a:t>There may be instances where the information provided for each service lacks sufficient accuracy.</a:t>
            </a:r>
          </a:p>
          <a:p>
            <a:endParaRP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4" name="Google Shape;1121;p48"/>
          <p:cNvSpPr txBox="1">
            <a:spLocks noGrp="1"/>
          </p:cNvSpPr>
          <p:nvPr>
            <p:ph type="title"/>
          </p:nvPr>
        </p:nvSpPr>
        <p:spPr>
          <a:xfrm>
            <a:off x="1381442" y="149225"/>
            <a:ext cx="6381115" cy="4730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200" dirty="0">
                <a:latin typeface="Cairo" pitchFamily="2" charset="-78"/>
                <a:cs typeface="Cairo" pitchFamily="2" charset="-78"/>
                <a:sym typeface="+mn-ea"/>
              </a:rPr>
              <a:t>Atlas Al-</a:t>
            </a:r>
            <a:r>
              <a:rPr lang="en-GB" sz="3200" dirty="0" err="1">
                <a:latin typeface="Cairo" pitchFamily="2" charset="-78"/>
                <a:cs typeface="Cairo" pitchFamily="2" charset="-78"/>
                <a:sym typeface="+mn-ea"/>
              </a:rPr>
              <a:t>Sharq</a:t>
            </a:r>
            <a:r>
              <a:rPr lang="en-GB" sz="3200" dirty="0">
                <a:latin typeface="Cairo" pitchFamily="2" charset="-78"/>
                <a:cs typeface="Cairo" pitchFamily="2" charset="-78"/>
                <a:sym typeface="+mn-ea"/>
              </a:rPr>
              <a:t> Marketing Directory</a:t>
            </a:r>
            <a:endParaRPr lang="en-GB" sz="3200" dirty="0">
              <a:latin typeface="Cairo" pitchFamily="2" charset="-78"/>
              <a:cs typeface="Cairo" pitchFamily="2" charset="-78"/>
            </a:endParaRPr>
          </a:p>
        </p:txBody>
      </p:sp>
      <p:sp>
        <p:nvSpPr>
          <p:cNvPr id="6" name="Google Shape;1124;p48"/>
          <p:cNvSpPr/>
          <p:nvPr/>
        </p:nvSpPr>
        <p:spPr>
          <a:xfrm>
            <a:off x="1686560" y="847090"/>
            <a:ext cx="1209675" cy="1151255"/>
          </a:xfrm>
          <a:prstGeom prst="ellipse">
            <a:avLst/>
          </a:prstGeom>
          <a:noFill/>
          <a:ln w="19050" cap="flat" cmpd="sng">
            <a:solidFill>
              <a:srgbClr val="FF7210"/>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23" name="Google Shape;1130;p48"/>
          <p:cNvSpPr txBox="1">
            <a:spLocks noGrp="1"/>
          </p:cNvSpPr>
          <p:nvPr>
            <p:ph type="subTitle" idx="1"/>
          </p:nvPr>
        </p:nvSpPr>
        <p:spPr>
          <a:xfrm>
            <a:off x="1541780" y="995045"/>
            <a:ext cx="1497965" cy="778510"/>
          </a:xfrm>
          <a:prstGeom prst="rect">
            <a:avLst/>
          </a:prstGeom>
          <a:noFill/>
          <a:ln>
            <a:noFill/>
          </a:ln>
        </p:spPr>
        <p:txBody>
          <a:bodyPr spcFirstLastPara="1" wrap="square" lIns="91425" tIns="91425" rIns="91425" bIns="91425" anchor="t" anchorCtr="0">
            <a:noAutofit/>
          </a:bodyPr>
          <a:lstStyle/>
          <a:p>
            <a:pPr marL="0" indent="0" algn="ctr"/>
            <a:r>
              <a:rPr lang="en-GB" b="1" dirty="0">
                <a:latin typeface="Cairo" pitchFamily="2" charset="-78"/>
                <a:cs typeface="Cairo" pitchFamily="2" charset="-78"/>
              </a:rPr>
              <a:t>our application</a:t>
            </a:r>
          </a:p>
        </p:txBody>
      </p:sp>
      <p:sp>
        <p:nvSpPr>
          <p:cNvPr id="32" name="Google Shape;1124;p48"/>
          <p:cNvSpPr/>
          <p:nvPr/>
        </p:nvSpPr>
        <p:spPr>
          <a:xfrm>
            <a:off x="5913120" y="851535"/>
            <a:ext cx="1209675" cy="1151255"/>
          </a:xfrm>
          <a:prstGeom prst="ellipse">
            <a:avLst/>
          </a:prstGeom>
          <a:noFill/>
          <a:ln w="19050" cap="flat" cmpd="sng">
            <a:solidFill>
              <a:srgbClr val="FF7210"/>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a:p>
        </p:txBody>
      </p:sp>
      <p:sp>
        <p:nvSpPr>
          <p:cNvPr id="33" name="Google Shape;1130;p48"/>
          <p:cNvSpPr txBox="1"/>
          <p:nvPr/>
        </p:nvSpPr>
        <p:spPr>
          <a:xfrm>
            <a:off x="5900420" y="1208405"/>
            <a:ext cx="1220470" cy="6565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gn="ctr">
              <a:buClr>
                <a:schemeClr val="dk2"/>
              </a:buClr>
              <a:buSzPts val="1200"/>
              <a:buFont typeface="Muli"/>
              <a:buNone/>
              <a:defRPr sz="1700" b="1">
                <a:solidFill>
                  <a:schemeClr val="dk2"/>
                </a:solidFill>
                <a:latin typeface="Cairo" pitchFamily="2" charset="-78"/>
                <a:ea typeface="Muli"/>
                <a:cs typeface="Cairo" pitchFamily="2" charset="-78"/>
                <a:sym typeface="Muli"/>
              </a:defRPr>
            </a:lvl1pPr>
            <a:lvl2pPr marL="914400" indent="-304800">
              <a:buClr>
                <a:schemeClr val="dk2"/>
              </a:buClr>
              <a:buSzPts val="1200"/>
              <a:buFont typeface="Muli"/>
              <a:buNone/>
              <a:defRPr sz="1700">
                <a:solidFill>
                  <a:schemeClr val="dk2"/>
                </a:solidFill>
                <a:latin typeface="Muli"/>
                <a:ea typeface="Muli"/>
                <a:cs typeface="Muli"/>
                <a:sym typeface="Muli"/>
              </a:defRPr>
            </a:lvl2pPr>
            <a:lvl3pPr marL="1371600" indent="-304800">
              <a:buClr>
                <a:schemeClr val="dk2"/>
              </a:buClr>
              <a:buSzPts val="1200"/>
              <a:buFont typeface="Muli"/>
              <a:buNone/>
              <a:defRPr sz="1700">
                <a:solidFill>
                  <a:schemeClr val="dk2"/>
                </a:solidFill>
                <a:latin typeface="Muli"/>
                <a:ea typeface="Muli"/>
                <a:cs typeface="Muli"/>
                <a:sym typeface="Muli"/>
              </a:defRPr>
            </a:lvl3pPr>
            <a:lvl4pPr marL="1828800" indent="-304800">
              <a:buClr>
                <a:schemeClr val="dk2"/>
              </a:buClr>
              <a:buSzPts val="1200"/>
              <a:buFont typeface="Muli"/>
              <a:buNone/>
              <a:defRPr sz="1700">
                <a:solidFill>
                  <a:schemeClr val="dk2"/>
                </a:solidFill>
                <a:latin typeface="Muli"/>
                <a:ea typeface="Muli"/>
                <a:cs typeface="Muli"/>
                <a:sym typeface="Muli"/>
              </a:defRPr>
            </a:lvl4pPr>
            <a:lvl5pPr marL="2286000" indent="-304800">
              <a:buClr>
                <a:schemeClr val="dk2"/>
              </a:buClr>
              <a:buSzPts val="1200"/>
              <a:buFont typeface="Muli"/>
              <a:buNone/>
              <a:defRPr sz="1700">
                <a:solidFill>
                  <a:schemeClr val="dk2"/>
                </a:solidFill>
                <a:latin typeface="Muli"/>
                <a:ea typeface="Muli"/>
                <a:cs typeface="Muli"/>
                <a:sym typeface="Muli"/>
              </a:defRPr>
            </a:lvl5pPr>
            <a:lvl6pPr marL="2743200" indent="-304800">
              <a:buClr>
                <a:schemeClr val="dk2"/>
              </a:buClr>
              <a:buSzPts val="1200"/>
              <a:buFont typeface="Muli"/>
              <a:buNone/>
              <a:defRPr sz="1700">
                <a:solidFill>
                  <a:schemeClr val="dk2"/>
                </a:solidFill>
                <a:latin typeface="Muli"/>
                <a:ea typeface="Muli"/>
                <a:cs typeface="Muli"/>
                <a:sym typeface="Muli"/>
              </a:defRPr>
            </a:lvl6pPr>
            <a:lvl7pPr marL="3200400" indent="-304800">
              <a:buClr>
                <a:schemeClr val="dk2"/>
              </a:buClr>
              <a:buSzPts val="1200"/>
              <a:buFont typeface="Muli"/>
              <a:buNone/>
              <a:defRPr sz="1700">
                <a:solidFill>
                  <a:schemeClr val="dk2"/>
                </a:solidFill>
                <a:latin typeface="Muli"/>
                <a:ea typeface="Muli"/>
                <a:cs typeface="Muli"/>
                <a:sym typeface="Muli"/>
              </a:defRPr>
            </a:lvl7pPr>
            <a:lvl8pPr marL="3657600" indent="-304800">
              <a:buClr>
                <a:schemeClr val="dk2"/>
              </a:buClr>
              <a:buSzPts val="1200"/>
              <a:buFont typeface="Muli"/>
              <a:buNone/>
              <a:defRPr sz="1700">
                <a:solidFill>
                  <a:schemeClr val="dk2"/>
                </a:solidFill>
                <a:latin typeface="Muli"/>
                <a:ea typeface="Muli"/>
                <a:cs typeface="Muli"/>
                <a:sym typeface="Muli"/>
              </a:defRPr>
            </a:lvl8pPr>
            <a:lvl9pPr marL="4114800" indent="-304800">
              <a:buClr>
                <a:schemeClr val="dk2"/>
              </a:buClr>
              <a:buSzPts val="1200"/>
              <a:buFont typeface="Muli"/>
              <a:buNone/>
              <a:defRPr sz="1700">
                <a:solidFill>
                  <a:schemeClr val="dk2"/>
                </a:solidFill>
                <a:latin typeface="Muli"/>
                <a:ea typeface="Muli"/>
                <a:cs typeface="Muli"/>
                <a:sym typeface="Muli"/>
              </a:defRPr>
            </a:lvl9pPr>
          </a:lstStyle>
          <a:p>
            <a:r>
              <a:rPr lang="en-GB" dirty="0">
                <a:sym typeface="+mn-ea"/>
              </a:rPr>
              <a:t>Atlas</a:t>
            </a:r>
            <a:endParaRPr lang="en-GB" dirty="0"/>
          </a:p>
        </p:txBody>
      </p:sp>
      <p:sp>
        <p:nvSpPr>
          <p:cNvPr id="8" name="Google Shape;1122;p48"/>
          <p:cNvSpPr txBox="1"/>
          <p:nvPr/>
        </p:nvSpPr>
        <p:spPr>
          <a:xfrm>
            <a:off x="436245" y="2069465"/>
            <a:ext cx="4194175" cy="302196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RPr/>
            </a:defPPr>
            <a:lvl1pPr marL="342900" indent="-342900">
              <a:buClr>
                <a:schemeClr val="dk2"/>
              </a:buClr>
              <a:buSzPts val="1200"/>
              <a:buFont typeface="Arial" panose="020B0604020202020204" pitchFamily="34" charset="0"/>
              <a:buAutoNum type="arabicPeriod"/>
              <a:defRPr>
                <a:solidFill>
                  <a:schemeClr val="dk2"/>
                </a:solidFill>
                <a:latin typeface="Cairo" pitchFamily="2" charset="-78"/>
                <a:ea typeface="Muli"/>
                <a:cs typeface="Cairo" pitchFamily="2" charset="-78"/>
              </a:defRPr>
            </a:lvl1pPr>
            <a:lvl2pPr marL="914400" indent="-304800">
              <a:buClr>
                <a:schemeClr val="dk2"/>
              </a:buClr>
              <a:buSzPts val="1200"/>
              <a:buFont typeface="Muli"/>
              <a:buNone/>
              <a:defRPr>
                <a:solidFill>
                  <a:schemeClr val="dk2"/>
                </a:solidFill>
                <a:latin typeface="Muli"/>
                <a:ea typeface="Muli"/>
                <a:cs typeface="Muli"/>
              </a:defRPr>
            </a:lvl2pPr>
            <a:lvl3pPr marL="1371600" indent="-304800">
              <a:buClr>
                <a:schemeClr val="dk2"/>
              </a:buClr>
              <a:buSzPts val="1200"/>
              <a:buFont typeface="Muli"/>
              <a:buNone/>
              <a:defRPr>
                <a:solidFill>
                  <a:schemeClr val="dk2"/>
                </a:solidFill>
                <a:latin typeface="Muli"/>
                <a:ea typeface="Muli"/>
                <a:cs typeface="Muli"/>
              </a:defRPr>
            </a:lvl3pPr>
            <a:lvl4pPr marL="1828800" indent="-304800">
              <a:buClr>
                <a:schemeClr val="dk2"/>
              </a:buClr>
              <a:buSzPts val="1200"/>
              <a:buFont typeface="Muli"/>
              <a:buNone/>
              <a:defRPr>
                <a:solidFill>
                  <a:schemeClr val="dk2"/>
                </a:solidFill>
                <a:latin typeface="Muli"/>
                <a:ea typeface="Muli"/>
                <a:cs typeface="Muli"/>
              </a:defRPr>
            </a:lvl4pPr>
            <a:lvl5pPr marL="2286000" indent="-304800">
              <a:buClr>
                <a:schemeClr val="dk2"/>
              </a:buClr>
              <a:buSzPts val="1200"/>
              <a:buFont typeface="Muli"/>
              <a:buNone/>
              <a:defRPr>
                <a:solidFill>
                  <a:schemeClr val="dk2"/>
                </a:solidFill>
                <a:latin typeface="Muli"/>
                <a:ea typeface="Muli"/>
                <a:cs typeface="Muli"/>
              </a:defRPr>
            </a:lvl5pPr>
            <a:lvl6pPr marL="2743200" indent="-304800">
              <a:buClr>
                <a:schemeClr val="dk2"/>
              </a:buClr>
              <a:buSzPts val="1200"/>
              <a:buFont typeface="Muli"/>
              <a:buNone/>
              <a:defRPr>
                <a:solidFill>
                  <a:schemeClr val="dk2"/>
                </a:solidFill>
                <a:latin typeface="Muli"/>
                <a:ea typeface="Muli"/>
                <a:cs typeface="Muli"/>
              </a:defRPr>
            </a:lvl6pPr>
            <a:lvl7pPr marL="3200400" indent="-304800">
              <a:buClr>
                <a:schemeClr val="dk2"/>
              </a:buClr>
              <a:buSzPts val="1200"/>
              <a:buFont typeface="Muli"/>
              <a:buNone/>
              <a:defRPr>
                <a:solidFill>
                  <a:schemeClr val="dk2"/>
                </a:solidFill>
                <a:latin typeface="Muli"/>
                <a:ea typeface="Muli"/>
                <a:cs typeface="Muli"/>
              </a:defRPr>
            </a:lvl7pPr>
            <a:lvl8pPr marL="3657600" indent="-304800">
              <a:buClr>
                <a:schemeClr val="dk2"/>
              </a:buClr>
              <a:buSzPts val="1200"/>
              <a:buFont typeface="Muli"/>
              <a:buNone/>
              <a:defRPr>
                <a:solidFill>
                  <a:schemeClr val="dk2"/>
                </a:solidFill>
                <a:latin typeface="Muli"/>
                <a:ea typeface="Muli"/>
                <a:cs typeface="Muli"/>
              </a:defRPr>
            </a:lvl8pPr>
            <a:lvl9pPr marL="4114800" indent="-304800">
              <a:buClr>
                <a:schemeClr val="dk2"/>
              </a:buClr>
              <a:buSzPts val="1200"/>
              <a:buFont typeface="Muli"/>
              <a:buNone/>
              <a:defRPr>
                <a:solidFill>
                  <a:schemeClr val="dk2"/>
                </a:solidFill>
                <a:latin typeface="Muli"/>
                <a:ea typeface="Muli"/>
                <a:cs typeface="Muli"/>
              </a:defRPr>
            </a:lvl9pPr>
          </a:lstStyle>
          <a:p>
            <a:r>
              <a:rPr dirty="0"/>
              <a:t>city-based search feature</a:t>
            </a:r>
          </a:p>
          <a:p>
            <a:endParaRPr sz="700" dirty="0"/>
          </a:p>
          <a:p>
            <a:r>
              <a:rPr dirty="0"/>
              <a:t>The information provided for each service is ensured to be accurate and reliable.</a:t>
            </a:r>
          </a:p>
          <a:p>
            <a:endParaRPr sz="700" dirty="0"/>
          </a:p>
          <a:p>
            <a:r>
              <a:rPr dirty="0"/>
              <a:t>The application offers a sleek and modern interface design, providing users with a contemporary user experience.</a:t>
            </a:r>
          </a:p>
          <a:p>
            <a:endParaRPr sz="700" dirty="0"/>
          </a:p>
          <a:p>
            <a:r>
              <a:rPr dirty="0"/>
              <a:t>Users have the ability to rate the services provided in the application.</a:t>
            </a:r>
          </a:p>
          <a:p>
            <a:endParaRPr dirty="0"/>
          </a:p>
        </p:txBody>
      </p:sp>
      <p:sp>
        <p:nvSpPr>
          <p:cNvPr id="14" name="Google Shape;1122;p48"/>
          <p:cNvSpPr txBox="1"/>
          <p:nvPr/>
        </p:nvSpPr>
        <p:spPr>
          <a:xfrm>
            <a:off x="4630420" y="2069465"/>
            <a:ext cx="4194175" cy="311213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1pPr>
            <a:lvl2pPr marL="914400" marR="0" lvl="1"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2pPr>
            <a:lvl3pPr marL="1371600" marR="0" lvl="2"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3pPr>
            <a:lvl4pPr marL="1828800" marR="0" lvl="3"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4pPr>
            <a:lvl5pPr marL="2286000" marR="0" lvl="4"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5pPr>
            <a:lvl6pPr marL="2743200" marR="0" lvl="5"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6pPr>
            <a:lvl7pPr marL="3200400" marR="0" lvl="6"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7pPr>
            <a:lvl8pPr marL="3657600" marR="0" lvl="7"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8pPr>
            <a:lvl9pPr marL="4114800" marR="0" lvl="8"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9pPr>
          </a:lstStyle>
          <a:p>
            <a:pPr marL="342900" lvl="0" indent="-342900" algn="just" rtl="0">
              <a:spcBef>
                <a:spcPts val="0"/>
              </a:spcBef>
              <a:spcAft>
                <a:spcPts val="0"/>
              </a:spcAft>
              <a:buFont typeface="Arial" panose="020B0604020202020204" pitchFamily="34" charset="0"/>
              <a:buAutoNum type="arabicPeriod"/>
            </a:pPr>
            <a:r>
              <a:rPr dirty="0">
                <a:latin typeface="Arial" panose="020B0604020202020204" pitchFamily="34" charset="0"/>
                <a:cs typeface="Arial" panose="020B0604020202020204" pitchFamily="34" charset="0"/>
              </a:rPr>
              <a:t>state-based search feature</a:t>
            </a:r>
          </a:p>
          <a:p>
            <a:pPr marL="342900" lvl="0" indent="-342900" algn="just" rtl="0">
              <a:spcBef>
                <a:spcPts val="0"/>
              </a:spcBef>
              <a:spcAft>
                <a:spcPts val="0"/>
              </a:spcAft>
              <a:buFont typeface="Arial" panose="020B0604020202020204" pitchFamily="34" charset="0"/>
              <a:buAutoNum type="arabicPeriod"/>
            </a:pPr>
            <a:endParaRPr sz="700" dirty="0">
              <a:latin typeface="Arial" panose="020B0604020202020204" pitchFamily="34" charset="0"/>
              <a:cs typeface="Arial" panose="020B0604020202020204" pitchFamily="34" charset="0"/>
            </a:endParaRPr>
          </a:p>
          <a:p>
            <a:pPr marL="342900" lvl="0" indent="-342900" algn="just" rtl="0">
              <a:spcBef>
                <a:spcPts val="0"/>
              </a:spcBef>
              <a:spcAft>
                <a:spcPts val="0"/>
              </a:spcAft>
              <a:buFont typeface="Arial" panose="020B0604020202020204" pitchFamily="34" charset="0"/>
              <a:buAutoNum type="arabicPeriod"/>
            </a:pPr>
            <a:r>
              <a:rPr dirty="0">
                <a:latin typeface="Arial" panose="020B0604020202020204" pitchFamily="34" charset="0"/>
                <a:cs typeface="Arial" panose="020B0604020202020204" pitchFamily="34" charset="0"/>
              </a:rPr>
              <a:t>There is a noticeable absence of information regarding services in certain areas, such as </a:t>
            </a:r>
            <a:r>
              <a:rPr dirty="0" err="1">
                <a:latin typeface="Arial" panose="020B0604020202020204" pitchFamily="34" charset="0"/>
                <a:cs typeface="Arial" panose="020B0604020202020204" pitchFamily="34" charset="0"/>
              </a:rPr>
              <a:t>Hadramaut</a:t>
            </a:r>
            <a:r>
              <a:rPr dirty="0">
                <a:latin typeface="Arial" panose="020B0604020202020204" pitchFamily="34" charset="0"/>
                <a:cs typeface="Arial" panose="020B0604020202020204" pitchFamily="34" charset="0"/>
              </a:rPr>
              <a:t> and Al-</a:t>
            </a:r>
            <a:r>
              <a:rPr dirty="0" err="1">
                <a:latin typeface="Arial" panose="020B0604020202020204" pitchFamily="34" charset="0"/>
                <a:cs typeface="Arial" panose="020B0604020202020204" pitchFamily="34" charset="0"/>
              </a:rPr>
              <a:t>Mahra</a:t>
            </a:r>
            <a:r>
              <a:rPr dirty="0">
                <a:latin typeface="Arial" panose="020B0604020202020204" pitchFamily="34" charset="0"/>
                <a:cs typeface="Arial" panose="020B0604020202020204" pitchFamily="34" charset="0"/>
              </a:rPr>
              <a:t>.</a:t>
            </a:r>
          </a:p>
          <a:p>
            <a:pPr marL="342900" lvl="0" indent="-342900" algn="just" rtl="0">
              <a:spcBef>
                <a:spcPts val="0"/>
              </a:spcBef>
              <a:spcAft>
                <a:spcPts val="0"/>
              </a:spcAft>
              <a:buFont typeface="Arial" panose="020B0604020202020204" pitchFamily="34" charset="0"/>
              <a:buAutoNum type="arabicPeriod"/>
            </a:pPr>
            <a:endParaRPr sz="700" dirty="0">
              <a:latin typeface="Arial" panose="020B0604020202020204" pitchFamily="34" charset="0"/>
              <a:cs typeface="Arial" panose="020B0604020202020204" pitchFamily="34" charset="0"/>
            </a:endParaRPr>
          </a:p>
          <a:p>
            <a:pPr marL="342900" lvl="0" indent="-342900" algn="just" rtl="0">
              <a:lnSpc>
                <a:spcPct val="100000"/>
              </a:lnSpc>
              <a:spcBef>
                <a:spcPts val="0"/>
              </a:spcBef>
              <a:spcAft>
                <a:spcPts val="0"/>
              </a:spcAft>
              <a:buFont typeface="Arial" panose="020B0604020202020204" pitchFamily="34" charset="0"/>
              <a:buAutoNum type="arabicPeriod"/>
            </a:pPr>
            <a:r>
              <a:rPr dirty="0">
                <a:latin typeface="Arial" panose="020B0604020202020204" pitchFamily="34" charset="0"/>
                <a:cs typeface="Arial" panose="020B0604020202020204" pitchFamily="34" charset="0"/>
              </a:rPr>
              <a:t>The application's interface is outdated and lacks a modern design, impacting the user experience negatively.</a:t>
            </a:r>
            <a:r>
              <a:rPr lang="ar-SA" dirty="0">
                <a:latin typeface="Arial" panose="020B0604020202020204" pitchFamily="34" charset="0"/>
                <a:cs typeface="Arial" panose="020B0604020202020204" pitchFamily="34" charset="0"/>
              </a:rPr>
              <a:t> </a:t>
            </a:r>
          </a:p>
          <a:p>
            <a:pPr marL="342900" lvl="0" indent="-342900" algn="just" rtl="0">
              <a:lnSpc>
                <a:spcPct val="100000"/>
              </a:lnSpc>
              <a:spcBef>
                <a:spcPts val="0"/>
              </a:spcBef>
              <a:spcAft>
                <a:spcPts val="0"/>
              </a:spcAft>
              <a:buFont typeface="Arial" panose="020B0604020202020204" pitchFamily="34" charset="0"/>
              <a:buAutoNum type="arabicPeriod"/>
            </a:pPr>
            <a:endParaRPr sz="700" dirty="0">
              <a:latin typeface="Arial" panose="020B0604020202020204" pitchFamily="34" charset="0"/>
              <a:cs typeface="Arial" panose="020B0604020202020204" pitchFamily="34" charset="0"/>
            </a:endParaRPr>
          </a:p>
          <a:p>
            <a:pPr marL="342900" lvl="0" indent="-342900" algn="just" rtl="0">
              <a:spcBef>
                <a:spcPts val="0"/>
              </a:spcBef>
              <a:spcAft>
                <a:spcPts val="0"/>
              </a:spcAft>
              <a:buFont typeface="Arial" panose="020B0604020202020204" pitchFamily="34" charset="0"/>
              <a:buAutoNum type="arabicPeriod"/>
            </a:pPr>
            <a:r>
              <a:rPr dirty="0">
                <a:latin typeface="Arial" panose="020B0604020202020204" pitchFamily="34" charset="0"/>
                <a:cs typeface="Arial" panose="020B0604020202020204" pitchFamily="34" charset="0"/>
              </a:rPr>
              <a:t>The application sends notifications for new service is added, but unfortunately, there is no option to disable these notifications in the settings.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4" name="Google Shape;1121;p48"/>
          <p:cNvSpPr txBox="1">
            <a:spLocks noGrp="1"/>
          </p:cNvSpPr>
          <p:nvPr>
            <p:ph type="title"/>
          </p:nvPr>
        </p:nvSpPr>
        <p:spPr>
          <a:xfrm>
            <a:off x="1342390" y="325437"/>
            <a:ext cx="6458585" cy="4730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200" dirty="0">
                <a:latin typeface="Cairo" pitchFamily="2" charset="-78"/>
                <a:cs typeface="Cairo" pitchFamily="2" charset="-78"/>
              </a:rPr>
              <a:t>our application advantage</a:t>
            </a:r>
          </a:p>
        </p:txBody>
      </p:sp>
      <p:sp>
        <p:nvSpPr>
          <p:cNvPr id="8" name="Google Shape;1122;p48"/>
          <p:cNvSpPr txBox="1"/>
          <p:nvPr/>
        </p:nvSpPr>
        <p:spPr>
          <a:xfrm>
            <a:off x="1476375" y="1206500"/>
            <a:ext cx="6324600" cy="337502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1pPr>
            <a:lvl2pPr marL="914400" marR="0" lvl="1"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2pPr>
            <a:lvl3pPr marL="1371600" marR="0" lvl="2"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3pPr>
            <a:lvl4pPr marL="1828800" marR="0" lvl="3"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4pPr>
            <a:lvl5pPr marL="2286000" marR="0" lvl="4"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5pPr>
            <a:lvl6pPr marL="2743200" marR="0" lvl="5"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6pPr>
            <a:lvl7pPr marL="3200400" marR="0" lvl="6"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7pPr>
            <a:lvl8pPr marL="3657600" marR="0" lvl="7"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8pPr>
            <a:lvl9pPr marL="4114800" marR="0" lvl="8" indent="-304800" algn="l" rtl="0">
              <a:lnSpc>
                <a:spcPct val="100000"/>
              </a:lnSpc>
              <a:spcBef>
                <a:spcPts val="0"/>
              </a:spcBef>
              <a:spcAft>
                <a:spcPts val="0"/>
              </a:spcAft>
              <a:buClr>
                <a:schemeClr val="dk2"/>
              </a:buClr>
              <a:buSzPts val="1200"/>
              <a:buFont typeface="Muli"/>
              <a:buNone/>
              <a:defRPr sz="1400" b="0" i="0" u="none" strike="noStrike" cap="none">
                <a:solidFill>
                  <a:schemeClr val="dk2"/>
                </a:solidFill>
                <a:latin typeface="Muli"/>
                <a:ea typeface="Muli"/>
                <a:cs typeface="Muli"/>
                <a:sym typeface="Muli"/>
              </a:defRPr>
            </a:lvl9pPr>
          </a:lstStyle>
          <a:p>
            <a:pPr marL="0" lvl="0" indent="0" algn="just" rtl="0">
              <a:spcBef>
                <a:spcPts val="0"/>
              </a:spcBef>
              <a:spcAft>
                <a:spcPts val="0"/>
              </a:spcAft>
              <a:buFont typeface="Arial" panose="020B0604020202020204" pitchFamily="34" charset="0"/>
            </a:pPr>
            <a:r>
              <a:rPr dirty="0">
                <a:latin typeface="Cairo" pitchFamily="2" charset="-78"/>
                <a:cs typeface="Cairo" pitchFamily="2" charset="-78"/>
              </a:rPr>
              <a:t>1- Comprehensive: covers government, private, hotels, hospitals, etc.</a:t>
            </a:r>
          </a:p>
          <a:p>
            <a:pPr marL="0" lvl="0" indent="0" algn="just" rtl="0">
              <a:spcBef>
                <a:spcPts val="0"/>
              </a:spcBef>
              <a:spcAft>
                <a:spcPts val="0"/>
              </a:spcAft>
              <a:buFont typeface="Arial" panose="020B0604020202020204" pitchFamily="34" charset="0"/>
            </a:pPr>
            <a:endParaRPr dirty="0">
              <a:latin typeface="Cairo" pitchFamily="2" charset="-78"/>
              <a:cs typeface="Cairo" pitchFamily="2" charset="-78"/>
            </a:endParaRPr>
          </a:p>
          <a:p>
            <a:pPr marL="0" lvl="0" indent="0" algn="just" rtl="0">
              <a:spcBef>
                <a:spcPts val="0"/>
              </a:spcBef>
              <a:spcAft>
                <a:spcPts val="0"/>
              </a:spcAft>
              <a:buFont typeface="Arial" panose="020B0604020202020204" pitchFamily="34" charset="0"/>
            </a:pPr>
            <a:r>
              <a:rPr dirty="0">
                <a:latin typeface="Cairo" pitchFamily="2" charset="-78"/>
                <a:cs typeface="Cairo" pitchFamily="2" charset="-78"/>
              </a:rPr>
              <a:t>2- Up-to-date: regularly refreshed information.</a:t>
            </a:r>
          </a:p>
          <a:p>
            <a:pPr marL="0" lvl="0" indent="0" algn="just" rtl="0">
              <a:spcBef>
                <a:spcPts val="0"/>
              </a:spcBef>
              <a:spcAft>
                <a:spcPts val="0"/>
              </a:spcAft>
              <a:buFont typeface="Arial" panose="020B0604020202020204" pitchFamily="34" charset="0"/>
            </a:pPr>
            <a:endParaRPr dirty="0">
              <a:latin typeface="Cairo" pitchFamily="2" charset="-78"/>
              <a:cs typeface="Cairo" pitchFamily="2" charset="-78"/>
            </a:endParaRPr>
          </a:p>
          <a:p>
            <a:pPr marL="0" lvl="0" indent="0" algn="just" rtl="0">
              <a:spcBef>
                <a:spcPts val="0"/>
              </a:spcBef>
              <a:spcAft>
                <a:spcPts val="0"/>
              </a:spcAft>
              <a:buFont typeface="Arial" panose="020B0604020202020204" pitchFamily="34" charset="0"/>
            </a:pPr>
            <a:r>
              <a:rPr dirty="0">
                <a:latin typeface="Cairo" pitchFamily="2" charset="-78"/>
                <a:cs typeface="Cairo" pitchFamily="2" charset="-78"/>
              </a:rPr>
              <a:t>3- Direct: partnered with governments entities for reliable information.</a:t>
            </a:r>
          </a:p>
          <a:p>
            <a:pPr marL="0" lvl="0" indent="0" algn="just" rtl="0">
              <a:spcBef>
                <a:spcPts val="0"/>
              </a:spcBef>
              <a:spcAft>
                <a:spcPts val="0"/>
              </a:spcAft>
              <a:buFont typeface="Arial" panose="020B0604020202020204" pitchFamily="34" charset="0"/>
            </a:pPr>
            <a:endParaRPr dirty="0">
              <a:latin typeface="Cairo" pitchFamily="2" charset="-78"/>
              <a:cs typeface="Cairo" pitchFamily="2" charset="-78"/>
            </a:endParaRPr>
          </a:p>
          <a:p>
            <a:pPr marL="0" lvl="0" indent="0" algn="just" rtl="0">
              <a:spcBef>
                <a:spcPts val="0"/>
              </a:spcBef>
              <a:spcAft>
                <a:spcPts val="0"/>
              </a:spcAft>
              <a:buFont typeface="Arial" panose="020B0604020202020204" pitchFamily="34" charset="0"/>
            </a:pPr>
            <a:r>
              <a:rPr dirty="0">
                <a:latin typeface="Cairo" pitchFamily="2" charset="-78"/>
                <a:cs typeface="Cairo" pitchFamily="2" charset="-78"/>
              </a:rPr>
              <a:t>4- Depth: detailed information on each service , including opening hours, contact </a:t>
            </a:r>
          </a:p>
          <a:p>
            <a:pPr marL="0" lvl="0" indent="0" algn="just" rtl="0">
              <a:spcBef>
                <a:spcPts val="0"/>
              </a:spcBef>
              <a:spcAft>
                <a:spcPts val="0"/>
              </a:spcAft>
              <a:buFont typeface="Arial" panose="020B0604020202020204" pitchFamily="34" charset="0"/>
            </a:pPr>
            <a:endParaRPr dirty="0">
              <a:latin typeface="Cairo" pitchFamily="2" charset="-78"/>
              <a:cs typeface="Cairo" pitchFamily="2" charset="-78"/>
            </a:endParaRPr>
          </a:p>
          <a:p>
            <a:pPr marL="0" lvl="0" indent="0" algn="just" rtl="0">
              <a:spcBef>
                <a:spcPts val="0"/>
              </a:spcBef>
              <a:spcAft>
                <a:spcPts val="0"/>
              </a:spcAft>
              <a:buFont typeface="Arial" panose="020B0604020202020204" pitchFamily="34" charset="0"/>
            </a:pPr>
            <a:r>
              <a:rPr dirty="0">
                <a:latin typeface="Cairo" pitchFamily="2" charset="-78"/>
                <a:cs typeface="Cairo" pitchFamily="2" charset="-78"/>
              </a:rPr>
              <a:t>5- details, required documents, booking options, fees</a:t>
            </a:r>
          </a:p>
          <a:p>
            <a:pPr marL="0" lvl="0" indent="0" algn="just" rtl="0">
              <a:spcBef>
                <a:spcPts val="0"/>
              </a:spcBef>
              <a:spcAft>
                <a:spcPts val="0"/>
              </a:spcAft>
              <a:buFont typeface="Arial" panose="020B0604020202020204" pitchFamily="34" charset="0"/>
            </a:pPr>
            <a:endParaRPr dirty="0">
              <a:latin typeface="Cairo" pitchFamily="2" charset="-78"/>
              <a:cs typeface="Cairo" pitchFamily="2" charset="-78"/>
            </a:endParaRPr>
          </a:p>
          <a:p>
            <a:pPr marL="0" lvl="0" indent="0" algn="just" rtl="0">
              <a:spcBef>
                <a:spcPts val="0"/>
              </a:spcBef>
              <a:spcAft>
                <a:spcPts val="0"/>
              </a:spcAft>
              <a:buFont typeface="Arial" panose="020B0604020202020204" pitchFamily="34" charset="0"/>
            </a:pPr>
            <a:r>
              <a:rPr dirty="0">
                <a:latin typeface="Cairo" pitchFamily="2" charset="-78"/>
                <a:cs typeface="Cairo" pitchFamily="2" charset="-78"/>
              </a:rPr>
              <a:t>6- Local focus: provides dedicated sections for major cities and districts within </a:t>
            </a:r>
          </a:p>
          <a:p>
            <a:pPr marL="0" lvl="0" indent="0" algn="just" rtl="0">
              <a:spcBef>
                <a:spcPts val="0"/>
              </a:spcBef>
              <a:spcAft>
                <a:spcPts val="0"/>
              </a:spcAft>
              <a:buFont typeface="Arial" panose="020B0604020202020204" pitchFamily="34" charset="0"/>
            </a:pPr>
            <a:r>
              <a:rPr dirty="0">
                <a:latin typeface="Cairo" pitchFamily="2" charset="-78"/>
                <a:cs typeface="Cairo" pitchFamily="2" charset="-78"/>
              </a:rPr>
              <a:t>provinces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4" name="Google Shape;1121;p48"/>
          <p:cNvSpPr txBox="1">
            <a:spLocks noGrp="1"/>
          </p:cNvSpPr>
          <p:nvPr>
            <p:ph type="title"/>
          </p:nvPr>
        </p:nvSpPr>
        <p:spPr>
          <a:xfrm>
            <a:off x="3119437" y="127635"/>
            <a:ext cx="2567940" cy="4730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GB" sz="3200" dirty="0">
                <a:latin typeface="Cairo" pitchFamily="2" charset="-78"/>
                <a:cs typeface="Cairo" pitchFamily="2" charset="-78"/>
              </a:rPr>
              <a:t>Use case</a:t>
            </a:r>
          </a:p>
        </p:txBody>
      </p:sp>
      <p:pic>
        <p:nvPicPr>
          <p:cNvPr id="2" name="صورة 1"/>
          <p:cNvPicPr>
            <a:picLocks noChangeAspect="1"/>
          </p:cNvPicPr>
          <p:nvPr/>
        </p:nvPicPr>
        <p:blipFill>
          <a:blip r:embed="rId3"/>
          <a:stretch>
            <a:fillRect/>
          </a:stretch>
        </p:blipFill>
        <p:spPr>
          <a:xfrm>
            <a:off x="1535737" y="365037"/>
            <a:ext cx="6072526" cy="46508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63"/>
        <p:cNvGrpSpPr/>
        <p:nvPr/>
      </p:nvGrpSpPr>
      <p:grpSpPr>
        <a:xfrm>
          <a:off x="0" y="0"/>
          <a:ext cx="0" cy="0"/>
          <a:chOff x="0" y="0"/>
          <a:chExt cx="0" cy="0"/>
        </a:xfrm>
      </p:grpSpPr>
      <p:sp>
        <p:nvSpPr>
          <p:cNvPr id="4" name="Google Shape;1121;p48"/>
          <p:cNvSpPr txBox="1">
            <a:spLocks noGrp="1"/>
          </p:cNvSpPr>
          <p:nvPr>
            <p:ph type="title"/>
          </p:nvPr>
        </p:nvSpPr>
        <p:spPr>
          <a:xfrm>
            <a:off x="3288030" y="209867"/>
            <a:ext cx="2769870" cy="4730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GB" sz="3200" dirty="0">
                <a:latin typeface="Cairo" pitchFamily="2" charset="-78"/>
                <a:cs typeface="Cairo" pitchFamily="2" charset="-78"/>
              </a:rPr>
              <a:t>Class diagram</a:t>
            </a:r>
          </a:p>
        </p:txBody>
      </p:sp>
      <p:pic>
        <p:nvPicPr>
          <p:cNvPr id="8" name="صورة 7"/>
          <p:cNvPicPr>
            <a:picLocks noChangeAspect="1"/>
          </p:cNvPicPr>
          <p:nvPr/>
        </p:nvPicPr>
        <p:blipFill>
          <a:blip r:embed="rId3"/>
          <a:stretch>
            <a:fillRect/>
          </a:stretch>
        </p:blipFill>
        <p:spPr>
          <a:xfrm>
            <a:off x="1999784" y="962025"/>
            <a:ext cx="6789662" cy="41814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54"/>
        <p:cNvGrpSpPr/>
        <p:nvPr/>
      </p:nvGrpSpPr>
      <p:grpSpPr>
        <a:xfrm>
          <a:off x="0" y="0"/>
          <a:ext cx="0" cy="0"/>
          <a:chOff x="0" y="0"/>
          <a:chExt cx="0" cy="0"/>
        </a:xfrm>
      </p:grpSpPr>
      <p:sp>
        <p:nvSpPr>
          <p:cNvPr id="3" name="Google Shape;1121;p48">
            <a:hlinkClick r:id="rId3" action="ppaction://hlinkfile"/>
          </p:cNvPr>
          <p:cNvSpPr txBox="1"/>
          <p:nvPr/>
        </p:nvSpPr>
        <p:spPr>
          <a:xfrm>
            <a:off x="2819400" y="1832292"/>
            <a:ext cx="3505200" cy="147891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2"/>
              </a:buClr>
              <a:buSzPts val="2700"/>
              <a:buFont typeface="Roboto"/>
              <a:buNone/>
              <a:defRPr sz="1400" b="1" i="0" u="none" strike="noStrike" cap="none">
                <a:solidFill>
                  <a:schemeClr val="accent5"/>
                </a:solidFill>
                <a:latin typeface="Roboto"/>
                <a:ea typeface="Roboto"/>
                <a:cs typeface="Roboto"/>
                <a:sym typeface="Roboto"/>
              </a:defRPr>
            </a:lvl1pPr>
            <a:lvl2pPr marR="0" lvl="1"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2pPr>
            <a:lvl3pPr marR="0" lvl="2"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3pPr>
            <a:lvl4pPr marR="0" lvl="3"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4pPr>
            <a:lvl5pPr marR="0" lvl="4"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5pPr>
            <a:lvl6pPr marR="0" lvl="5"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6pPr>
            <a:lvl7pPr marR="0" lvl="6"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7pPr>
            <a:lvl8pPr marR="0" lvl="7"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8pPr>
            <a:lvl9pPr marR="0" lvl="8"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9pPr>
          </a:lstStyle>
          <a:p>
            <a:pPr marL="0" lvl="0" indent="0" algn="ctr" rtl="0">
              <a:spcBef>
                <a:spcPts val="0"/>
              </a:spcBef>
              <a:spcAft>
                <a:spcPts val="0"/>
              </a:spcAft>
              <a:buNone/>
            </a:pPr>
            <a:r>
              <a:rPr lang="en-US" altLang="en-GB" sz="4000" dirty="0">
                <a:latin typeface="Cairo" pitchFamily="2" charset="-78"/>
                <a:cs typeface="Cairo" pitchFamily="2" charset="-78"/>
              </a:rPr>
              <a:t>Database </a:t>
            </a:r>
            <a:r>
              <a:rPr lang="en-US" altLang="en-GB" sz="4000" dirty="0" err="1">
                <a:latin typeface="Cairo" pitchFamily="2" charset="-78"/>
                <a:cs typeface="Cairo" pitchFamily="2" charset="-78"/>
              </a:rPr>
              <a:t>digram</a:t>
            </a:r>
            <a:endParaRPr lang="en-US" altLang="en-GB" sz="4000" dirty="0">
              <a:latin typeface="Cairo" pitchFamily="2" charset="-78"/>
              <a:cs typeface="Cairo" pitchFamily="2" charset="-7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28"/>
        <p:cNvGrpSpPr/>
        <p:nvPr/>
      </p:nvGrpSpPr>
      <p:grpSpPr>
        <a:xfrm>
          <a:off x="0" y="0"/>
          <a:ext cx="0" cy="0"/>
          <a:chOff x="0" y="0"/>
          <a:chExt cx="0" cy="0"/>
        </a:xfrm>
      </p:grpSpPr>
      <p:sp>
        <p:nvSpPr>
          <p:cNvPr id="2" name="Google Shape;1121;p48">
            <a:hlinkClick r:id="rId3" action="ppaction://hlinkfile"/>
          </p:cNvPr>
          <p:cNvSpPr txBox="1"/>
          <p:nvPr/>
        </p:nvSpPr>
        <p:spPr>
          <a:xfrm>
            <a:off x="2819400" y="1825625"/>
            <a:ext cx="3505200" cy="149225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2"/>
              </a:buClr>
              <a:buSzPts val="2700"/>
              <a:buFont typeface="Roboto"/>
              <a:buNone/>
              <a:defRPr sz="1400" b="1" i="0" u="none" strike="noStrike" cap="none">
                <a:solidFill>
                  <a:schemeClr val="accent5"/>
                </a:solidFill>
                <a:latin typeface="Roboto"/>
                <a:ea typeface="Roboto"/>
                <a:cs typeface="Roboto"/>
                <a:sym typeface="Roboto"/>
              </a:defRPr>
            </a:lvl1pPr>
            <a:lvl2pPr marR="0" lvl="1"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2pPr>
            <a:lvl3pPr marR="0" lvl="2"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3pPr>
            <a:lvl4pPr marR="0" lvl="3"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4pPr>
            <a:lvl5pPr marR="0" lvl="4"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5pPr>
            <a:lvl6pPr marR="0" lvl="5"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6pPr>
            <a:lvl7pPr marR="0" lvl="6"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7pPr>
            <a:lvl8pPr marR="0" lvl="7"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8pPr>
            <a:lvl9pPr marR="0" lvl="8" algn="r" rtl="0">
              <a:lnSpc>
                <a:spcPct val="100000"/>
              </a:lnSpc>
              <a:spcBef>
                <a:spcPts val="0"/>
              </a:spcBef>
              <a:spcAft>
                <a:spcPts val="0"/>
              </a:spcAft>
              <a:buClr>
                <a:schemeClr val="dk2"/>
              </a:buClr>
              <a:buSzPts val="2700"/>
              <a:buFont typeface="Roboto"/>
              <a:buNone/>
              <a:defRPr sz="2700" b="1" i="0" u="none" strike="noStrike" cap="none">
                <a:solidFill>
                  <a:schemeClr val="accent5"/>
                </a:solidFill>
                <a:latin typeface="Roboto"/>
                <a:ea typeface="Roboto"/>
                <a:cs typeface="Roboto"/>
                <a:sym typeface="Roboto"/>
              </a:defRPr>
            </a:lvl9pPr>
          </a:lstStyle>
          <a:p>
            <a:pPr marL="0" lvl="0" indent="0" algn="ctr" rtl="0">
              <a:spcBef>
                <a:spcPts val="0"/>
              </a:spcBef>
              <a:spcAft>
                <a:spcPts val="0"/>
              </a:spcAft>
              <a:buNone/>
            </a:pPr>
            <a:r>
              <a:rPr lang="en-US" altLang="en-GB" sz="4000" dirty="0">
                <a:latin typeface="Cairo" pitchFamily="2" charset="-78"/>
                <a:cs typeface="Cairo" pitchFamily="2" charset="-78"/>
              </a:rPr>
              <a:t>Entity relationship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28"/>
        <p:cNvGrpSpPr/>
        <p:nvPr/>
      </p:nvGrpSpPr>
      <p:grpSpPr>
        <a:xfrm>
          <a:off x="0" y="0"/>
          <a:ext cx="0" cy="0"/>
          <a:chOff x="0" y="0"/>
          <a:chExt cx="0" cy="0"/>
        </a:xfrm>
      </p:grpSpPr>
      <p:sp>
        <p:nvSpPr>
          <p:cNvPr id="4" name="Google Shape;1121;p48"/>
          <p:cNvSpPr txBox="1">
            <a:spLocks noGrp="1"/>
          </p:cNvSpPr>
          <p:nvPr>
            <p:ph type="title"/>
          </p:nvPr>
        </p:nvSpPr>
        <p:spPr>
          <a:xfrm>
            <a:off x="3288030" y="233045"/>
            <a:ext cx="2567940" cy="4730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200" dirty="0">
                <a:latin typeface="Cairo" pitchFamily="2" charset="-78"/>
                <a:cs typeface="Cairo" pitchFamily="2" charset="-78"/>
              </a:rPr>
              <a:t>Reference</a:t>
            </a:r>
          </a:p>
        </p:txBody>
      </p:sp>
      <p:sp>
        <p:nvSpPr>
          <p:cNvPr id="2" name="Text Box 0"/>
          <p:cNvSpPr txBox="1"/>
          <p:nvPr/>
        </p:nvSpPr>
        <p:spPr>
          <a:xfrm>
            <a:off x="476250" y="913130"/>
            <a:ext cx="7581900" cy="4137025"/>
          </a:xfrm>
          <a:prstGeom prst="rect">
            <a:avLst/>
          </a:prstGeom>
          <a:noFill/>
          <a:ln w="9525">
            <a:noFill/>
          </a:ln>
        </p:spPr>
        <p:txBody>
          <a:bodyPr wrap="square">
            <a:noAutofit/>
          </a:bodyPr>
          <a:lstStyle/>
          <a:p>
            <a:pPr marL="406400" indent="-406400"/>
            <a:r>
              <a:rPr lang="en-US" sz="1600" dirty="0">
                <a:latin typeface="Cairo" pitchFamily="2" charset="-78"/>
                <a:cs typeface="Cairo" pitchFamily="2" charset="-78"/>
              </a:rPr>
              <a:t>[1]	H. T. R. Freddy, W. </a:t>
            </a:r>
            <a:r>
              <a:rPr lang="en-US" sz="1600" dirty="0" err="1">
                <a:latin typeface="Cairo" pitchFamily="2" charset="-78"/>
                <a:cs typeface="Cairo" pitchFamily="2" charset="-78"/>
              </a:rPr>
              <a:t>Achmad</a:t>
            </a:r>
            <a:r>
              <a:rPr lang="en-US" sz="1600" dirty="0">
                <a:latin typeface="Cairo" pitchFamily="2" charset="-78"/>
                <a:cs typeface="Cairo" pitchFamily="2" charset="-78"/>
              </a:rPr>
              <a:t>, and M. S. </a:t>
            </a:r>
            <a:r>
              <a:rPr lang="en-US" sz="1600" dirty="0" err="1">
                <a:latin typeface="Cairo" pitchFamily="2" charset="-78"/>
                <a:cs typeface="Cairo" pitchFamily="2" charset="-78"/>
              </a:rPr>
              <a:t>Nasution</a:t>
            </a:r>
            <a:r>
              <a:rPr lang="en-US" sz="1600" dirty="0">
                <a:latin typeface="Cairo" pitchFamily="2" charset="-78"/>
                <a:cs typeface="Cairo" pitchFamily="2" charset="-78"/>
              </a:rPr>
              <a:t>, “The Effectivity Of Public Services Based On Smart </a:t>
            </a:r>
            <a:r>
              <a:rPr lang="en-US" sz="1600" dirty="0" err="1">
                <a:latin typeface="Cairo" pitchFamily="2" charset="-78"/>
                <a:cs typeface="Cairo" pitchFamily="2" charset="-78"/>
              </a:rPr>
              <a:t>Goverment</a:t>
            </a:r>
            <a:r>
              <a:rPr lang="en-US" sz="1600" dirty="0">
                <a:latin typeface="Cairo" pitchFamily="2" charset="-78"/>
                <a:cs typeface="Cairo" pitchFamily="2" charset="-78"/>
              </a:rPr>
              <a:t> In Bukit Raya </a:t>
            </a:r>
            <a:r>
              <a:rPr lang="en-US" sz="1600" dirty="0" err="1">
                <a:latin typeface="Cairo" pitchFamily="2" charset="-78"/>
                <a:cs typeface="Cairo" pitchFamily="2" charset="-78"/>
              </a:rPr>
              <a:t>Distric</a:t>
            </a:r>
            <a:r>
              <a:rPr lang="en-US" sz="1600" dirty="0">
                <a:latin typeface="Cairo" pitchFamily="2" charset="-78"/>
                <a:cs typeface="Cairo" pitchFamily="2" charset="-78"/>
              </a:rPr>
              <a:t> </a:t>
            </a:r>
            <a:r>
              <a:rPr lang="en-US" sz="1600" dirty="0" err="1">
                <a:latin typeface="Cairo" pitchFamily="2" charset="-78"/>
                <a:cs typeface="Cairo" pitchFamily="2" charset="-78"/>
              </a:rPr>
              <a:t>Pekanbaru</a:t>
            </a:r>
            <a:r>
              <a:rPr lang="en-US" sz="1600" dirty="0">
                <a:latin typeface="Cairo" pitchFamily="2" charset="-78"/>
                <a:cs typeface="Cairo" pitchFamily="2" charset="-78"/>
              </a:rPr>
              <a:t> City,” J. Gov., vol. 7, no. 1, pp. 239–259, 2022.</a:t>
            </a:r>
          </a:p>
          <a:p>
            <a:pPr marL="406400" indent="-406400"/>
            <a:endParaRPr lang="en-US" sz="1000" dirty="0">
              <a:latin typeface="Cairo" pitchFamily="2" charset="-78"/>
              <a:cs typeface="Cairo" pitchFamily="2" charset="-78"/>
            </a:endParaRPr>
          </a:p>
          <a:p>
            <a:pPr marL="406400" indent="-406400"/>
            <a:r>
              <a:rPr lang="en-US" sz="1600" dirty="0">
                <a:latin typeface="Cairo" pitchFamily="2" charset="-78"/>
                <a:cs typeface="Cairo" pitchFamily="2" charset="-78"/>
              </a:rPr>
              <a:t>[2]	J. </a:t>
            </a:r>
            <a:r>
              <a:rPr lang="en-US" sz="1600" dirty="0" err="1">
                <a:latin typeface="Cairo" pitchFamily="2" charset="-78"/>
                <a:cs typeface="Cairo" pitchFamily="2" charset="-78"/>
              </a:rPr>
              <a:t>Trischler</a:t>
            </a:r>
            <a:r>
              <a:rPr lang="en-US" sz="1600" dirty="0">
                <a:latin typeface="Cairo" pitchFamily="2" charset="-78"/>
                <a:cs typeface="Cairo" pitchFamily="2" charset="-78"/>
              </a:rPr>
              <a:t> and J. Westman </a:t>
            </a:r>
            <a:r>
              <a:rPr lang="en-US" sz="1600" dirty="0" err="1">
                <a:latin typeface="Cairo" pitchFamily="2" charset="-78"/>
                <a:cs typeface="Cairo" pitchFamily="2" charset="-78"/>
              </a:rPr>
              <a:t>Trischler</a:t>
            </a:r>
            <a:r>
              <a:rPr lang="en-US" sz="1600" dirty="0">
                <a:latin typeface="Cairo" pitchFamily="2" charset="-78"/>
                <a:cs typeface="Cairo" pitchFamily="2" charset="-78"/>
              </a:rPr>
              <a:t>, “Design for experience–a public service design approach in the age of digitalization,” Public </a:t>
            </a:r>
            <a:r>
              <a:rPr lang="en-US" sz="1600" dirty="0" err="1">
                <a:latin typeface="Cairo" pitchFamily="2" charset="-78"/>
                <a:cs typeface="Cairo" pitchFamily="2" charset="-78"/>
              </a:rPr>
              <a:t>Manag</a:t>
            </a:r>
            <a:r>
              <a:rPr lang="en-US" sz="1600" dirty="0">
                <a:latin typeface="Cairo" pitchFamily="2" charset="-78"/>
                <a:cs typeface="Cairo" pitchFamily="2" charset="-78"/>
              </a:rPr>
              <a:t>. Rev., vol. 24, no. 8, pp. 1251–1270, 2022.</a:t>
            </a:r>
          </a:p>
          <a:p>
            <a:pPr marL="406400" indent="-406400"/>
            <a:endParaRPr lang="en-US" sz="1600" dirty="0">
              <a:latin typeface="Cairo" pitchFamily="2" charset="-78"/>
              <a:cs typeface="Cairo" pitchFamily="2" charset="-78"/>
            </a:endParaRPr>
          </a:p>
          <a:p>
            <a:pPr marL="406400" indent="-406400"/>
            <a:r>
              <a:rPr lang="en-US" sz="1600" dirty="0">
                <a:latin typeface="Cairo" pitchFamily="2" charset="-78"/>
                <a:cs typeface="Cairo" pitchFamily="2" charset="-78"/>
              </a:rPr>
              <a:t>[3]	E. Dong, H. Du, and L. Gardner, “An interactive web-based dashboard to track COVID-19 in real time,” Lancet Infect. Dis., vol. 20, no. 5, pp. 533–534, 2020.</a:t>
            </a:r>
          </a:p>
          <a:p>
            <a:pPr marL="406400" indent="-406400"/>
            <a:endParaRPr lang="en-US" sz="1000" dirty="0">
              <a:latin typeface="Cairo" pitchFamily="2" charset="-78"/>
              <a:cs typeface="Cairo" pitchFamily="2" charset="-78"/>
            </a:endParaRPr>
          </a:p>
          <a:p>
            <a:pPr marL="406400" indent="-406400"/>
            <a:r>
              <a:rPr lang="en-US" sz="1600" dirty="0">
                <a:latin typeface="Cairo" pitchFamily="2" charset="-78"/>
                <a:cs typeface="Cairo" pitchFamily="2" charset="-78"/>
              </a:rPr>
              <a:t>[4]	Platform . (2017, July 26). </a:t>
            </a:r>
            <a:r>
              <a:rPr lang="en-US" sz="1600" dirty="0" err="1">
                <a:latin typeface="Cairo" pitchFamily="2" charset="-78"/>
                <a:cs typeface="Cairo" pitchFamily="2" charset="-78"/>
              </a:rPr>
              <a:t>دليل</a:t>
            </a:r>
            <a:r>
              <a:rPr lang="en-US" sz="1600" dirty="0">
                <a:latin typeface="Cairo" pitchFamily="2" charset="-78"/>
                <a:cs typeface="Cairo" pitchFamily="2" charset="-78"/>
              </a:rPr>
              <a:t> </a:t>
            </a:r>
            <a:r>
              <a:rPr lang="en-US" sz="1600" dirty="0" err="1">
                <a:latin typeface="Cairo" pitchFamily="2" charset="-78"/>
                <a:cs typeface="Cairo" pitchFamily="2" charset="-78"/>
              </a:rPr>
              <a:t>اليمن</a:t>
            </a:r>
            <a:r>
              <a:rPr lang="en-US" sz="1600" dirty="0">
                <a:latin typeface="Cairo" pitchFamily="2" charset="-78"/>
                <a:cs typeface="Cairo" pitchFamily="2" charset="-78"/>
              </a:rPr>
              <a:t> [Android application]. Retrieved from https://play.google.com/store/apps/details?id=com.wneet.yemendirectory.</a:t>
            </a:r>
          </a:p>
          <a:p>
            <a:pPr marL="406400" indent="-406400"/>
            <a:endParaRPr lang="en-US" sz="1000" dirty="0">
              <a:latin typeface="Cairo" pitchFamily="2" charset="-78"/>
              <a:cs typeface="Cairo" pitchFamily="2" charset="-78"/>
            </a:endParaRPr>
          </a:p>
          <a:p>
            <a:pPr marL="406400" indent="-406400"/>
            <a:r>
              <a:rPr lang="en-US" sz="1600" dirty="0">
                <a:latin typeface="Cairo" pitchFamily="2" charset="-78"/>
                <a:cs typeface="Cairo" pitchFamily="2" charset="-78"/>
              </a:rPr>
              <a:t>[5]	Developer Hisham. (2023, August 7). </a:t>
            </a:r>
            <a:r>
              <a:rPr lang="en-US" sz="1600" dirty="0" err="1">
                <a:latin typeface="Cairo" pitchFamily="2" charset="-78"/>
                <a:cs typeface="Cairo" pitchFamily="2" charset="-78"/>
              </a:rPr>
              <a:t>دليل</a:t>
            </a:r>
            <a:r>
              <a:rPr lang="en-US" sz="1600" dirty="0">
                <a:latin typeface="Cairo" pitchFamily="2" charset="-78"/>
                <a:cs typeface="Cairo" pitchFamily="2" charset="-78"/>
              </a:rPr>
              <a:t> </a:t>
            </a:r>
            <a:r>
              <a:rPr lang="en-US" sz="1600" dirty="0" err="1">
                <a:latin typeface="Cairo" pitchFamily="2" charset="-78"/>
                <a:cs typeface="Cairo" pitchFamily="2" charset="-78"/>
              </a:rPr>
              <a:t>اطلس</a:t>
            </a:r>
            <a:r>
              <a:rPr lang="en-US" sz="1600" dirty="0">
                <a:latin typeface="Cairo" pitchFamily="2" charset="-78"/>
                <a:cs typeface="Cairo" pitchFamily="2" charset="-78"/>
              </a:rPr>
              <a:t> </a:t>
            </a:r>
            <a:r>
              <a:rPr lang="en-US" sz="1600" dirty="0" err="1">
                <a:latin typeface="Cairo" pitchFamily="2" charset="-78"/>
                <a:cs typeface="Cairo" pitchFamily="2" charset="-78"/>
              </a:rPr>
              <a:t>الشرق</a:t>
            </a:r>
            <a:r>
              <a:rPr lang="en-US" sz="1600" dirty="0">
                <a:latin typeface="Cairo" pitchFamily="2" charset="-78"/>
                <a:cs typeface="Cairo" pitchFamily="2" charset="-78"/>
              </a:rPr>
              <a:t> </a:t>
            </a:r>
            <a:r>
              <a:rPr lang="en-US" sz="1600" dirty="0" err="1">
                <a:latin typeface="Cairo" pitchFamily="2" charset="-78"/>
                <a:cs typeface="Cairo" pitchFamily="2" charset="-78"/>
              </a:rPr>
              <a:t>التسويقي</a:t>
            </a:r>
            <a:r>
              <a:rPr lang="en-US" sz="1600" dirty="0">
                <a:latin typeface="Cairo" pitchFamily="2" charset="-78"/>
                <a:cs typeface="Cairo" pitchFamily="2" charset="-78"/>
              </a:rPr>
              <a:t> [Android application]. Retrieved from https://play.google.com/store/apps/details?id=com.client.guide.atlas.east</a:t>
            </a:r>
          </a:p>
        </p:txBody>
      </p:sp>
    </p:spTree>
  </p:cSld>
  <p:clrMapOvr>
    <a:masterClrMapping/>
  </p:clrMapOvr>
</p:sld>
</file>

<file path=ppt/theme/theme1.xml><?xml version="1.0" encoding="utf-8"?>
<a:theme xmlns:a="http://schemas.openxmlformats.org/drawingml/2006/main" name="IT Services by Slidesgo">
  <a:themeElements>
    <a:clrScheme name="Simple Light">
      <a:dk1>
        <a:srgbClr val="343434"/>
      </a:dk1>
      <a:lt1>
        <a:srgbClr val="FFFFFF"/>
      </a:lt1>
      <a:dk2>
        <a:srgbClr val="343434"/>
      </a:dk2>
      <a:lt2>
        <a:srgbClr val="F0F7ED"/>
      </a:lt2>
      <a:accent1>
        <a:srgbClr val="00899D"/>
      </a:accent1>
      <a:accent2>
        <a:srgbClr val="FF7210"/>
      </a:accent2>
      <a:accent3>
        <a:srgbClr val="343434"/>
      </a:accent3>
      <a:accent4>
        <a:srgbClr val="CECECE"/>
      </a:accent4>
      <a:accent5>
        <a:srgbClr val="00BBC1"/>
      </a:accent5>
      <a:accent6>
        <a:srgbClr val="D5DEE4"/>
      </a:accent6>
      <a:hlink>
        <a:srgbClr val="F0F7E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5452</Words>
  <Application>Microsoft Office PowerPoint</Application>
  <PresentationFormat>On-screen Show (16:9)</PresentationFormat>
  <Paragraphs>120</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IT Services by Slidesgo</vt:lpstr>
      <vt:lpstr>AlShihr-Mukalla General Information Services  Provider - Application</vt:lpstr>
      <vt:lpstr>Introduction</vt:lpstr>
      <vt:lpstr>Problem Statement</vt:lpstr>
      <vt:lpstr>Project Objectives</vt:lpstr>
      <vt:lpstr>Project Scope</vt:lpstr>
      <vt:lpstr>Related Works</vt:lpstr>
      <vt:lpstr>Yemen Guide</vt:lpstr>
      <vt:lpstr>Atlas Al-Sharq Marketing Directory</vt:lpstr>
      <vt:lpstr>our application advantage</vt:lpstr>
      <vt:lpstr>Use case</vt:lpstr>
      <vt:lpstr>Class diagram</vt:lpstr>
      <vt:lpstr>PowerPoint Presentation</vt:lpstr>
      <vt:lpstr>PowerPoint Presentation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AlShihr-Mukalla General Information Services  Provider - Application</dc:title>
  <dc:creator>ATS</dc:creator>
  <cp:lastModifiedBy>Saleh Ahmed</cp:lastModifiedBy>
  <cp:revision>16</cp:revision>
  <dcterms:created xsi:type="dcterms:W3CDTF">2024-01-23T19:37:00Z</dcterms:created>
  <dcterms:modified xsi:type="dcterms:W3CDTF">2024-06-12T06:29:09Z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CD167B23FBEA4ED5B97B09DC46C382DB_12</vt:lpwstr>
  </property>
  <property fmtid="{D5CDD505-2E9C-101B-9397-08002B2CF9AE}" pid="3" name="KSOProductBuildVer">
    <vt:lpwstr>1033-12.2.0.13431</vt:lpwstr>
  </property>
</Properties>
</file>